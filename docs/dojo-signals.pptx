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signal est une valeur reactive lue avec (). Quand sa valeur change, Angular sait quelles lectures dependent de cette valeur.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Zone.js intercepte les evenements asynchrones du navigateur et previent Angular qu'un cycle de detection peut etre 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RxJS sert a modeliser des flux dans le temps : HTTP, route params, evenements, debounceTime, switchMap, combineLatest.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508760"/>
            <a:ext cx="11002975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Angular 21 Signals — Dojo court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94360" y="3063240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D5DC"/>
                </a:solidFill>
              </a:rPr>
              <a:t>Support de présentation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DC"/>
                </a:solidFill>
              </a:rPr>
              <a:t>Angular 21 · Signals · Zone.js · RxJS interop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1/6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Signal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signal() cree une valeur mutable.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computed() cree une valeur derivee.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effect() observe des signals pour declencher un effet de bord.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template lit un signal avec monSignal().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2/6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Zone.js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declenche la detection apres un evenement async.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ne dit pas quel etat applicatif a change.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dojo garde Zone.js pour montrer une migration progressive.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Les Signals rendent les dependances d'etat plus explicites.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3/6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RxJS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RxJS reste adapte aux flux asynchrones.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toSignal() expose la derniere valeur d'un Observable comme signal.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toObservable() expose un signal comme Observable.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but est de placer clairement la frontiere entre flux RxJS et etat signal.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4/6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 des branches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5/6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Exercices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2798064"/>
        </p:xfrm>
        <a:graphic>
          <a:graphicData uri="http://schemas.openxmlformats.org/drawingml/2006/table">
            <a:tbl>
              <a:tblPr/>
              <a:tblGrid>
                <a:gridCol w="2842184"/>
                <a:gridCol w="2842184"/>
                <a:gridCol w="2842184"/>
                <a:gridCol w="284218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Ex.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API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Definition courte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Consigne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signal()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Valeur reactive mutable lue avec ().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L'etat d'ajout de la page clients doit devenir un signal.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computed()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Valeur derivee en lecture seule.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Les valeurs derivees de la facade accounts doivent etre exposees en computed().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effect()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Effet de bord declenche par les signals lus.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 coherence de l'etat UI clients doit etre synchronisee par un effect().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viewChild() + effect()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Reference DOM exposee comme signal, puis effet DOM.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Le focus du champ prenom doit etre gere avec viewChild() signal et effect().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input()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Entree de composant exposee comme signal.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L'entree du composant carte compte doit etre convertie en input().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output()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Evenement emis par l'enfant vers le parent.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L'intention de selection doit etre emise avec output().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toSignal() / toObservable()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Frontiere entre Observable RxJS et signal Angular.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Les flux route, chargement et recherche doivent etre connectes aux signals.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computed() facade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Vue derivee de l'etat metier dans une facade.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 logique active filter doit etre exposee par un computed() de facade.</a:t>
                      </a:r>
                      <a:endParaRPr lang="en-US" sz="85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6/6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2026-06-10T18:58:26Z</dcterms:created>
  <dcterms:modified xsi:type="dcterms:W3CDTF">2026-06-10T18:58:26Z</dcterms:modified>
</cp:coreProperties>
</file>