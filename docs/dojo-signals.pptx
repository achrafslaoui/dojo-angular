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pour montrer une migration progressive vers Signals.
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 après un événement.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OnPush est une stratégie de détection de changement qui limite les vérifications inutiles d'un composant.
Avec OnPush, Angular vérifie surtout un composant quand :
Dans ce dojo, OnPush permet de montrer que Signals rend les dépendances plus précises sans imposer une migration immédiate en zoneless.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application zoneless fonctionne sans zone.js. Angular ne s'appuie plus sur le patch automatique des APIs async pour lancer la détection de changement.
En zoneless, les mises à jour doivent venir de mécanismes explicites :
Ce dojo garde zone.js au départ. La suppression ou la limitation de zone.js se traite en fin de parcours, quand les participants ont déjà compris Signals.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1/64</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il déclenche une vérification, mais ne dit pas quel état a changé.</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2/64</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Signal</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3/64</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OnPush</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un input change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un événement du template se produit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un signal lu dans le template change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une vérification est demandée explicitement.</a:t>
            </a:r>
            <a:endParaRPr lang="en-US" sz="1160" dirty="0"/>
          </a:p>
        </p:txBody>
      </p:sp>
      <p:sp>
        <p:nvSpPr>
          <p:cNvPr id="9"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Zoneless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signals lus par les templates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input() / output()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async pipe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appels explicites de détection si nécessaire.</a:t>
            </a:r>
            <a:endParaRPr lang="en-US" sz="1160" dirty="0"/>
          </a:p>
        </p:txBody>
      </p:sp>
      <p:sp>
        <p:nvSpPr>
          <p:cNvPr id="9" name="Text 6"/>
          <p:cNvSpPr/>
          <p:nvPr/>
        </p:nvSpPr>
        <p:spPr>
          <a:xfrm>
            <a:off x="411480" y="217627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5/64</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6/64</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7/64</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8/64</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9/64</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10/64</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11/64</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12/64</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13/64</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15/64</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16/64</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17/64</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18/64</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19/64</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20/64</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21/64</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22/64</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23/64</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25/64</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26/64</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27/64</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28/64</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29/64</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30/64</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31/64</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32/64</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33/64</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35/64</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36/64</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37/64</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38/64</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39/64</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40/64</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41/64</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42/64</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43/64</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45/64</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46/64</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47/64</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48/64</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49/64</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50/64</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51/64</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52/64</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53/64</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54/64</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55/64</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56/64</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57/64</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58/64</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59/64</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60/64</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61/64</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62/64</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63/64</a:t>
            </a:r>
            <a:endParaRPr lang="en-US" sz="7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64/64</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2026-06-03T20:10:16Z</dcterms:created>
  <dcterms:modified xsi:type="dcterms:W3CDTF">2026-06-03T20:10:16Z</dcterms:modified>
</cp:coreProperties>
</file>