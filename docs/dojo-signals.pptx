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signal est une valeur reactive lue avec (). Quand sa valeur change, Angular sait quelles lectures dependent de cette valeur.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Zone.js intercepte les evenements asynchrones du navigateur et previent Angular qu'un cycle de detection peut etre lance.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RxJS sert a modeliser des flux dans le temps : HTTP, route params, evenements, debounceTime, switchMap, combineLatest.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Chaque branche d'exercice ajoute uniquement la correction de son exercice par rapport a la branche precedente.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00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1508760"/>
            <a:ext cx="11002975" cy="12801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Angular 21 Signals — Dojo court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594360" y="3063240"/>
            <a:ext cx="1100297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FD5DC"/>
                </a:solidFill>
              </a:rPr>
              <a:t>Support de présentation dojo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94360" y="4892040"/>
            <a:ext cx="1100297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D5DC"/>
                </a:solidFill>
              </a:rPr>
              <a:t>Angular 21 · Signals · Zone.js · RxJS interop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6368"/>
                </a:solidFill>
              </a:rPr>
              <a:t>1/6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09728"/>
            <a:ext cx="113687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Rappels — Signal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576072" y="932688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signal() cree une valeur mutable.</a:t>
            </a:r>
            <a:endParaRPr lang="en-US" sz="1160" dirty="0"/>
          </a:p>
        </p:txBody>
      </p:sp>
      <p:sp>
        <p:nvSpPr>
          <p:cNvPr id="6" name="Text 3"/>
          <p:cNvSpPr/>
          <p:nvPr/>
        </p:nvSpPr>
        <p:spPr>
          <a:xfrm>
            <a:off x="576072" y="1243584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computed() cree une valeur derivee.</a:t>
            </a:r>
            <a:endParaRPr lang="en-US" sz="1160" dirty="0"/>
          </a:p>
        </p:txBody>
      </p:sp>
      <p:sp>
        <p:nvSpPr>
          <p:cNvPr id="7" name="Text 4"/>
          <p:cNvSpPr/>
          <p:nvPr/>
        </p:nvSpPr>
        <p:spPr>
          <a:xfrm>
            <a:off x="576072" y="1554480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effect() observe des signals pour declencher un effet de bord.</a:t>
            </a:r>
            <a:endParaRPr lang="en-US" sz="1160" dirty="0"/>
          </a:p>
        </p:txBody>
      </p:sp>
      <p:sp>
        <p:nvSpPr>
          <p:cNvPr id="8" name="Text 5"/>
          <p:cNvSpPr/>
          <p:nvPr/>
        </p:nvSpPr>
        <p:spPr>
          <a:xfrm>
            <a:off x="576072" y="1865376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Le template lit un signal avec monSignal().</a:t>
            </a:r>
            <a:endParaRPr lang="en-US" sz="1160" dirty="0"/>
          </a:p>
        </p:txBody>
      </p:sp>
      <p:sp>
        <p:nvSpPr>
          <p:cNvPr id="9" name="Text 6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6368"/>
                </a:solidFill>
              </a:rPr>
              <a:t>2/6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09728"/>
            <a:ext cx="113687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Rappels — Zone.js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576072" y="932688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Zone.js declenche la detection apres un evenement async.</a:t>
            </a:r>
            <a:endParaRPr lang="en-US" sz="1160" dirty="0"/>
          </a:p>
        </p:txBody>
      </p:sp>
      <p:sp>
        <p:nvSpPr>
          <p:cNvPr id="6" name="Text 3"/>
          <p:cNvSpPr/>
          <p:nvPr/>
        </p:nvSpPr>
        <p:spPr>
          <a:xfrm>
            <a:off x="576072" y="1243584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Zone.js ne dit pas quel etat applicatif a change.</a:t>
            </a:r>
            <a:endParaRPr lang="en-US" sz="1160" dirty="0"/>
          </a:p>
        </p:txBody>
      </p:sp>
      <p:sp>
        <p:nvSpPr>
          <p:cNvPr id="7" name="Text 4"/>
          <p:cNvSpPr/>
          <p:nvPr/>
        </p:nvSpPr>
        <p:spPr>
          <a:xfrm>
            <a:off x="576072" y="1554480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Le dojo garde Zone.js pour montrer une migration progressive.</a:t>
            </a:r>
            <a:endParaRPr lang="en-US" sz="1160" dirty="0"/>
          </a:p>
        </p:txBody>
      </p:sp>
      <p:sp>
        <p:nvSpPr>
          <p:cNvPr id="8" name="Text 5"/>
          <p:cNvSpPr/>
          <p:nvPr/>
        </p:nvSpPr>
        <p:spPr>
          <a:xfrm>
            <a:off x="576072" y="1865376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Les Signals rendent les dependances d'etat plus explicites.</a:t>
            </a:r>
            <a:endParaRPr lang="en-US" sz="1160" dirty="0"/>
          </a:p>
        </p:txBody>
      </p:sp>
      <p:sp>
        <p:nvSpPr>
          <p:cNvPr id="9" name="Text 6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6368"/>
                </a:solidFill>
              </a:rPr>
              <a:t>3/6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09728"/>
            <a:ext cx="113687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Rappels — RxJS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576072" y="932688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RxJS reste adapte aux flux asynchrones.</a:t>
            </a:r>
            <a:endParaRPr lang="en-US" sz="1160" dirty="0"/>
          </a:p>
        </p:txBody>
      </p:sp>
      <p:sp>
        <p:nvSpPr>
          <p:cNvPr id="6" name="Text 3"/>
          <p:cNvSpPr/>
          <p:nvPr/>
        </p:nvSpPr>
        <p:spPr>
          <a:xfrm>
            <a:off x="576072" y="1243584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toSignal() expose la derniere valeur d'un Observable comme signal.</a:t>
            </a:r>
            <a:endParaRPr lang="en-US" sz="1160" dirty="0"/>
          </a:p>
        </p:txBody>
      </p:sp>
      <p:sp>
        <p:nvSpPr>
          <p:cNvPr id="7" name="Text 4"/>
          <p:cNvSpPr/>
          <p:nvPr/>
        </p:nvSpPr>
        <p:spPr>
          <a:xfrm>
            <a:off x="576072" y="1554480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toObservable() expose un signal comme Observable.</a:t>
            </a:r>
            <a:endParaRPr lang="en-US" sz="1160" dirty="0"/>
          </a:p>
        </p:txBody>
      </p:sp>
      <p:sp>
        <p:nvSpPr>
          <p:cNvPr id="8" name="Text 5"/>
          <p:cNvSpPr/>
          <p:nvPr/>
        </p:nvSpPr>
        <p:spPr>
          <a:xfrm>
            <a:off x="576072" y="1865376"/>
            <a:ext cx="11204143" cy="256032"/>
          </a:xfrm>
          <a:prstGeom prst="rect">
            <a:avLst/>
          </a:prstGeom>
          <a:noFill/>
          <a:ln/>
        </p:spPr>
        <p:txBody>
          <a:bodyPr wrap="square" lIns="127" tIns="127" rIns="127" bIns="127" rtlCol="0" anchor="ctr">
            <a:normAutofit/>
          </a:bodyPr>
          <a:lstStyle/>
          <a:p>
            <a:r>
              <a:rPr lang="en-US" sz="1160" dirty="0">
                <a:solidFill>
                  <a:srgbClr val="333333"/>
                </a:solidFill>
              </a:rPr>
              <a:t>Le but est de placer clairement la frontiere entre flux RxJS et etat signal.</a:t>
            </a:r>
            <a:endParaRPr lang="en-US" sz="1160" dirty="0"/>
          </a:p>
        </p:txBody>
      </p:sp>
      <p:sp>
        <p:nvSpPr>
          <p:cNvPr id="9" name="Text 6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6368"/>
                </a:solidFill>
              </a:rPr>
              <a:t>4/6</a:t>
            </a:r>
            <a:endParaRPr lang="en-US" sz="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09728"/>
            <a:ext cx="113687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Structure des branches</a:t>
            </a:r>
            <a:endParaRPr lang="en-US" sz="1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932688"/>
          <a:ext cx="11368735" cy="1554480"/>
        </p:xfrm>
        <a:graphic>
          <a:graphicData uri="http://schemas.openxmlformats.org/drawingml/2006/table">
            <a:tbl>
              <a:tblPr/>
              <a:tblGrid>
                <a:gridCol w="5684368"/>
                <a:gridCol w="5684368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FFFFFF"/>
                          </a:solidFill>
                        </a:rPr>
                        <a:t>Branche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b="1" dirty="0">
                          <a:solidFill>
                            <a:srgbClr val="FFFFFF"/>
                          </a:solidFill>
                        </a:rPr>
                        <a:t>Role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main / init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base sans correction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exercice-1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correction exercice 1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exercice-2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corrections exercices 1 + 2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exercice-N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20" dirty="0">
                          <a:solidFill>
                            <a:srgbClr val="333333"/>
                          </a:solidFill>
                        </a:rPr>
                        <a:t>corrections cumulees jusqu'a N</a:t>
                      </a:r>
                      <a:endParaRPr lang="en-US" sz="102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6368"/>
                </a:solidFill>
              </a:rPr>
              <a:t>5/6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DD0031"/>
          </a:solidFill>
          <a:ln w="12700">
            <a:solidFill>
              <a:srgbClr val="DD0031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109728"/>
            <a:ext cx="1136873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</a:rPr>
              <a:t>Exercices</a:t>
            </a:r>
            <a:endParaRPr lang="en-US" sz="1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932688"/>
          <a:ext cx="11368735" cy="4773168"/>
        </p:xfrm>
        <a:graphic>
          <a:graphicData uri="http://schemas.openxmlformats.org/drawingml/2006/table">
            <a:tbl>
              <a:tblPr/>
              <a:tblGrid>
                <a:gridCol w="685800"/>
                <a:gridCol w="2240280"/>
                <a:gridCol w="2606040"/>
                <a:gridCol w="5836615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</a:rPr>
                        <a:t>Ex.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</a:rPr>
                        <a:t>Fichier(s)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</a:rPr>
                        <a:t>Definition courte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FFFFFF"/>
                          </a:solidFill>
                        </a:rPr>
                        <a:t>Consigne claire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0031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1 — signal()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clients/pages/clients/clients.component.ts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Valeur reactive mutable lue avec ().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Remplacer l'etat d'ouverture du formulaire d'ajout par un signal. Le template et les tests doivent lire cet etat avec la syntaxe signal.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2 — computed()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accounts.facade.ts, accounts.component.*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Valeur derivee en lecture seule.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Deplacer les calculs d'affichage de la page accounts dans des computed() de facade. Le composant doit consommer ces valeurs deja derivees.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3 — effect()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clients/pages/clients/clients.component.ts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Effet de bord declenche par les signals lus.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Ajouter une reaction automatique qui garde l'etat UI coherent quand les donnees clients ou les filtres changent.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4 — viewChild() + effect()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clients/pages/clients/clients.component.ts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Reference DOM exposee comme signal, puis effet DOM.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Convertir la reference du champ prenom en viewChild() signal, puis creer l'effect() qui place le focus quand le champ existe.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5 — input()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account-card/account-card.component.ts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Entree de composant exposee comme signal.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Convertir l'entree showStatus en input(). Le calcul du statut visible doit reagir quand le parent change cette entree.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6 — output()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account-list/account-list.component.ts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Evenement emis par l'enfant vers le parent.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Remplacer la sortie legacy de selection par output(). La liste emet l'intention, le parent garde la decision et l'action.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7 — toSignal() / toObservable()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accounts.component.ts, dashboard.component.ts, clients.component.ts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Pont entre Observable RxJS et signal Angular.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Connecter les flux route, chargement et recherche aux signals. RxJS reste responsable de composer les flux asynchrones.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8 — computed() facade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accounts.facade.ts, accounts.component.*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Vue derivee de l'etat metier dans une facade.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dirty="0">
                          <a:solidFill>
                            <a:srgbClr val="333333"/>
                          </a:solidFill>
                        </a:rPr>
                        <a:t>Exposer hasActiveFilter depuis la facade avec computed(). Le composant ne doit plus porter ce calcul metier.</a:t>
                      </a:r>
                      <a:endParaRPr lang="en-US" sz="780" dirty="0"/>
                    </a:p>
                  </a:txBody>
                  <a:tcPr marL="50800" marR="50800" marT="25400" marB="25400" anchor="mid">
                    <a:lnL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571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7F9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11277295" y="6537960"/>
            <a:ext cx="5029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6368"/>
                </a:solidFill>
              </a:rPr>
              <a:t>6/6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Dojo Angular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Angular 21 Signals - Support de presentation dojo</dc:title>
  <dc:subject>Angular 21 Signals</dc:subject>
  <dc:creator>Dojo Angular Signals</dc:creator>
  <cp:lastModifiedBy>Dojo Angular Signals</cp:lastModifiedBy>
  <cp:revision>1</cp:revision>
  <dcterms:created xsi:type="dcterms:W3CDTF">2026-06-10T19:08:04Z</dcterms:created>
  <dcterms:modified xsi:type="dcterms:W3CDTF">2026-06-10T19:08:04Z</dcterms:modified>
</cp:coreProperties>
</file>