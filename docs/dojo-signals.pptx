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1/64</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2/64</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3/64</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6/64</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7/64</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8/64</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9/64</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10/64</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11/64</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12/64</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13/64</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15/64</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17/64</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18/64</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19/64</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21/64</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22/64</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23/64</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25/64</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26/64</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27/64</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28/64</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29/64</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Créer un effect() dans le constructeur pour déclencher le focus quand le formulaire d'ajout est ouvert.</a:t>
            </a:r>
            <a:endParaRPr lang="en-US" sz="1220" dirty="0"/>
          </a:p>
        </p:txBody>
      </p:sp>
      <p:sp>
        <p:nvSpPr>
          <p:cNvPr id="5" name="Text 3"/>
          <p:cNvSpPr/>
          <p:nvPr/>
        </p:nvSpPr>
        <p:spPr>
          <a:xfrm>
            <a:off x="411480" y="1362456"/>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(this.adding())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60604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30/64</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31/64</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32/64</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33/64</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35/64</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36/64</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37/64</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38/64</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39/64</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40/64</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41/64</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42/64</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43/64</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45/64</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46/64</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47/64</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48/64</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49/64</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50/64</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51/64</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52/64</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53/64</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54/64</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55/64</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56/64</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57/64</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58/64</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59/64</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60/64</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61/64</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62/64</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63/64</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64/64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2026-06-08T17:02:33Z</dcterms:created>
  <dcterms:modified xsi:type="dcterms:W3CDTF">2026-06-08T17:02:33Z</dcterms:modified>
</cp:coreProperties>
</file>