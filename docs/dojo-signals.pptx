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74552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Angular Signals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B3C0"/>
                </a:solidFill>
              </a:rPr>
              <a:t>Support de 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B3C0"/>
                </a:solidFill>
              </a:rPr>
              <a:t>Zone.js · Signals · RxJS interop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 problème que Signals résout</a:t>
            </a:r>
            <a:endParaRPr lang="en-US" sz="2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Zone.js seul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Signals + OnPush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Signals + Zoneless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Détection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Scan de TOUS les composants après chaque async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Seuls les composants dirty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Seuls les lecteurs du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Déclencheur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setTimeout / Promise / fetch (patché)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.set() ou Zone.js encore présent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.set() uniquement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Déclaration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Rien — Zone.js devine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signal() à déclarer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signal() à déclarer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65760" y="493776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RxJS résout un problème différent : coordonner des flux asynchrones (HTTP, WebSocket, combineLatest…)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Zone.js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Zone.js — Ce qu'il fait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188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E1E"/>
                </a:solidFill>
              </a:rPr>
              <a:t>Remplace silencieusement les APIs async au démarrage : </a:t>
            </a:r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</a:rPr>
              <a:t>setTimeout · Promise · fetch · addEventListener · XMLHttpRequest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173736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</a:rPr>
              <a:t>Quand un callback async se termine → Angular lance un cycle de détection sur TOUS les composants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2331720"/>
            <a:ext cx="11430000" cy="292608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Zone.js seul — re-rend TOUT le composant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setTimeout(() =&gt; { this.name = 'Alice'; }, 1000);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Signals + Zone.js (ce projet, OnPush) — Zone déclenche le cycle, seuls les lecteurs de name() sont mis à jour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setTimeout(() =&gt; { this.name.set('Alice'); }, 1000);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Signals + Zoneless — setTimeout non patché, seul .set() déclenche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setTimeout(() =&gt; { this.name.set('Alice'); }, 1000);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OnPush — Déclencheurs de re-render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143000"/>
            <a:ext cx="11430000" cy="41148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@Component({ changeDetection: ChangeDetectionStrategy.OnPush })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11430000" cy="914400"/>
        </p:xfrm>
        <a:graphic>
          <a:graphicData uri="http://schemas.openxmlformats.org/drawingml/2006/table">
            <a:tbl>
              <a:tblPr/>
              <a:tblGrid>
                <a:gridCol w="86868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Déclencheur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Re-render ?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Un input() signal reçoit une nouvelle valeur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Oui 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Un @Input() reçoit une nouvelle référence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Oui 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Un async pipe émet une valeur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Oui 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cdr.markForCheck() appelé manuellement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Oui 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Une propriété de classe classique change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Non 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Un @Input() ou input() reçoit le même objet muté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Non 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5852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8888"/>
                </a:solidFill>
              </a:rPr>
              <a:t>OnPush ne supprime pas Zone.js — il saute juste ce composant s'il n'est pas dirty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Mode Zoneless — Angular 18+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188720"/>
            <a:ext cx="11430000" cy="256032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app.config.ts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  : provideZoneChangeDetection({ eventCoalescing: true })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  : provideExperimentalZonelessChangeDetection()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angular.json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  : "polyfills": ["zone.js"]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  : "polyfills": []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3886200"/>
            <a:ext cx="11430000" cy="8229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État actuel du projet : Zone.js encore présent. Tous les composants sont déjà en OnPush + Signals.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Le mode Zoneless est la prochaine étape possible.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signal()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1 — signal()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src/app/features/clients/pages/clients/clients.component.ts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5943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Convertir la propriété adding = false en signal, mettre à jour startAdd(), cancelAdd(), saveAdd() et le template.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240280"/>
            <a:ext cx="11430000" cy="320040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adding = false;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startAdd(): void  { this.adding = true;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cancelAdd(): void { this.adding = false;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adding = signal(false);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startAdd(): void  { this.adding.set(true);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cancelAdd(): void { this.adding.set(false);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Template : @if (!adding) → @if (!adding())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src/app/features/clients/pages/clients/clients.component.spec.ts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signal() — Comparaisons &amp; quand utiliser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5577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Zone.js + propriété classique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Re-rend tout le composant à chaque cycle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Re-rend seulement les lecteurs du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Détection après chaque async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Détection déclenchée par .set()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188720"/>
          <a:ext cx="576072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BehaviorSubject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.subscribe() obligatoire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Lecture directe avec 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Désabonnement à gérer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Pas de désabonnement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Adapté aux flux async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Adapté à l'état UI synchrone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84048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État UI local : booléen, texte, page courante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calculée à partir d'autres signals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computed() — pas 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émise par un Observable HTTP / route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computed()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2 — computed()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accounts.facade.ts   ·   accounts.component.ts   ·   accounts.component.html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5943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Transformer le getter blockedAccountsCount en computed() dans la facade, relayer le signal dans le composant, ajouter () dans le template.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240280"/>
            <a:ext cx="11430000" cy="320040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accounts.facade.ts — AVANT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blockedAccountsCount(): number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this.filteredAccounts().filter(a =&gt; a.status === 'blocked').length;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accounts.facade.ts — APRÈS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blockedAccountsCount = computed(() =&gt;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this.filteredAccounts().filter(a =&gt; a.status === 'blocked').length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AccountsComponent : get blockedAccountsCount() { ... }  →  readonly blockedAccountsCount = this.accountsFacade.blockedAccountsCount;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Template : {{ blockedAccountsCount }}  →  {{ blockedAccountsCount() }}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src/app/features/accounts/pages/accounts/accounts.component.spec.ts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computed() — Comparaisons &amp; quand utiliser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5577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Getter + Zone.js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computed()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Recalculé à chaque cycle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Recalculé si une dépendance change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Règle dans le composant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Règle dans la facade, partageable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188720"/>
          <a:ext cx="576072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combineLatest + map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computed()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Observable qui émet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synchrone mémorisée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async pipe requis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Lecture directe avec 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5760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Total, compteur, libellé dérivé de signals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computed()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Règle dépendant du temps (debounce, delay)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pipe RxJS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Effet de bord (HTTP, log, focus)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effect() — pas computed()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input()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3 — input()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src/app/features/accounts/components/account-card/account-card.component.ts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5943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Transformer @Input() showStatus = true en showStatus = input(true). Retirer Input des imports. Ajouter () lors de la lecture dans le computed.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240280"/>
            <a:ext cx="11430000" cy="320040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@Input() showStatus = true;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visibleStatusLabel = computed(() =&gt; this.showStatus ? this.statusLabel() : null);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showStatus = input(true);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visibleStatusLabel = computed(() =&gt; this.showStatus() ? this.statusLabel() : null);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Point clé : @Input() dans computed() = pas de dépendance réelle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input()   dans computed() = dépendance réelle → invalidation automatique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src/app/features/accounts/components/account-card/account-card.component.spec.ts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input() — Comparaisons &amp; quand utiliser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@Input() classique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input()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Lu dans computed() sans dépendance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Lu dans computed() → dépendance réelle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Zone.js déclenche après chaque cycle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Re-render si la valeur change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5760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Entrée lue dans un computed() ou effect()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input()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Entrée requise sans valeur par défaut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input.required&lt;T&gt;()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bidirectionnelle parent ↔ enfant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model() — Angular 17.2+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output()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4 — output()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src/app/features/accounts/components/account-list/account-list.component.ts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5943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Transformer @Output() selectedRequested = new EventEmitter&lt;Account&gt;() en output(). Retirer EventEmitter et Output des imports.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240280"/>
            <a:ext cx="11430000" cy="320040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@Output() selectedRequested = new EventEmitter&lt;Account&gt;();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selectedRequested = output&lt;Account&gt;();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L'émission dans l'effect() reste identique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this.selectedRequested.emit(account);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Principe : l'enfant émet une INTENTION → le parent exécute l'ACTION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src/app/features/accounts/pages/accounts/accounts.component.spec.ts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output() — Comparaisons &amp; quand utiliser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@Output() + EventEmitter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output()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Hérite de Subject RxJS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Pas d'Observable interne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.subscribe() possible depuis l'extérieur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Non subscribable depuis l'extérieur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5760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Événement vers le parent direct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output()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Événement global ou cross-composant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Subject dans un service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Flux avec opérateurs (debounce, merge…)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Subject dans le composant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toSignal() + toObservable()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5 — toSignal() : consigne (parties 1 &amp; 2)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accounts/pages/accounts/accounts.component.ts  [partie 1]   ·   clients/pages/dashboard/dashboard.component.ts  [partie 2]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8229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Partie 1 : remplacer la souscription manuelle à paramMap par toSignal() + déplacer le chargement dans un effect().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Partie 2 : remplacer firstValueFrom() + états manuels par toSignal() + pipe(map, catchError, startWith).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Partie 3 : lire debouncedSearch$ dans clients.component.ts (démo — pas de modification).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468880"/>
            <a:ext cx="11430000" cy="292608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Partie 1 — APRÈS (accounts.component.ts)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clientId = toSignal(this.route.paramMap.pipe(map(p =&gt; p.get('id'))), { initialValue: null 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constructor() { effect(() =&gt; { this.accountsFacade.load(this.clientId()); });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Partie 2 — APRÈS (dashboard.component.ts)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readonly clientsQuery = toSignal(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this.clientsApi.getAll().pipe(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map(clients =&gt; ({ clients, loading: false, error: null })),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catchError(err =&gt; of({ clients: [], loading: false, error: err.message })),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startWith({ clients: [], loading: true, error: null })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), { initialValue: { clients: [], loading: true, error: null }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…/accounts.component.spec.ts    &amp;    …/dashboard.component.spec.ts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toSignal() — Comparaisons &amp; quand utiliser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Observable + .subscribe()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takeUntilDestroyed requis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Abonnement géré automatiquement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Copie manuelle dans un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toSignal() crée et alimente le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6616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paramMap / queryParamMap dans un composant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toSignal()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Observable HTTP one-shot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toSignal() + pipe(map, catchError, startWith)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Debounce, distinctUntilChanged sur un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toObservable() + pipe()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Flux continu (WebSocket, polling)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RxJS pur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Requête POST / PUT / DELETE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firstValueFrom() dans une méthode async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effect() + viewChild()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6 — effect() + viewChild()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src/app/features/clients/pages/clients/clients.component.ts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8229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Partie 1 : ajouter un effect() de clamping dans le constructeur, supprimer this.clampCurrentPage() dans deleteClient() et supprimer la méthode.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Partie 2 : conditionner le focus sur adding() dans l'effet viewChild existant.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468880"/>
            <a:ext cx="11430000" cy="292608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Partie 1 — Ajouter dans le constructeur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effect(() =&gt;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clamped = this.pageSlice().page;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(clamped !== this.page()) this.page.set(clamped);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supprimer this.clampCurrentPage() dans deleteClient() + supprimer la méthode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Partie 2 — viewChild conditionné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Avant  : effect(() =&gt; { this.firstNameInput()?.nativeElement.focus(); 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Après  : effect(() =&gt; { if (this.adding()) this.firstNameInput()?.nativeElement.focus(); });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src/app/features/clients/pages/clients/clients.component.spec.ts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effect() — Comparaisons &amp; quand utiliser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Appel impératif après mutation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effect()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On doit penser à appeler la méthode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Déclenché automatiquement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Bug si on oublie l'appel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Impossible d'oublier — l'effet observe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57600"/>
          <a:ext cx="114300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Outil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Titre, focus, scroll après changement d'état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effect()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Correction d'état cohérent (clamping, reset)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effect()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calculée à partir de signals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computed() — pas effect()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Effet déclenché par un Observable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tap() RxJS dans le pipe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3C0"/>
                </a:solidFill>
              </a:rPr>
              <a:t>Exercice 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Refactoring facade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Exercice 7 — Refactoring facade : consigne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11457432" cy="3840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accounts/services/accounts.facade.ts   ·   accounts/pages/accounts/accounts.component.ts   ·   accounts/pages/accounts/accounts.component.html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11457432" cy="594360"/>
          </a:xfrm>
          <a:prstGeom prst="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Ajouter hasActiveFilter comme computed() dans la facade, l'exposer dans le composant et l'utiliser dans le template pour personnaliser le message vide.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2240280"/>
            <a:ext cx="11430000" cy="3200400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accounts.facade.ts — ajouter après typeFilter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hasActiveFilter = computed(() =&gt;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this.search().trim().length &gt; 0 || this.typeFilter() !== 'all'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AccountsComponent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hasActiveFilter = this.accountsFacade.hasActiveFilter;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accounts.component.html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hasActiveFilter() ? 'Aucun compte ne correspond aux filtres.' : 'Aucun compte trouvé.' }}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-- --runTestsByPath src/app/features/accounts/pages/accounts/accounts.component.spec.ts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Récapitulatif — Signal ou RxJS ?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Utiliser Signals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Utiliser RxJS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État UI local synchrone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Flux impliquant le temps (debounceTime, delay…)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Valeur dérivée d'autres états locaux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Combinaison de sources (combineLatest, merge)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Entrée / sortie de composant réactive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Source continue (WebSocket, polling)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Effet de bord sur un état signal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Commande async (POST, PUT, DELETE)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Consommer un Observable dans un composant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</a:rPr>
                        <a:t>Multicasting (shareReplay, share)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65760" y="5303520"/>
            <a:ext cx="11430000" cy="50292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33333"/>
                </a:solidFill>
              </a:rPr>
              <a:t>Zone d'intersection : Signal → toObservable() → pipe(operators) → toSignal()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D0031"/>
          </a:solidFill>
          <a:ln/>
        </p:spPr>
        <p:txBody>
          <a:bodyPr wrap="square" lIns="2540" tIns="2540" rIns="2540" bIns="254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 règles à retenir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1.  computed()   →  calcul pur uniquement — jamais d'appel HTTP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2.  effect()     →  effets de bord uniquement — n'expose jamais de valeur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3.  L'enfant émet une INTENTION, le parent exécute l'ACTION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4.  Ne pas bridger signal ↔ RxJS systématiquement — rester dans un seul monde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5.  Zone.js peut coexister — migrer progressivement, pas tout d'un coup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6.  input() dans computed() = dépendance réelle   /   @Input() = non</a:t>
            </a:r>
            <a:pPr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1E1E1E"/>
                </a:solidFill>
              </a:rPr>
              <a:t>7.  toSignal() gère le désabonnement — ne pas ajouter takeUntilDestroyed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2026-05-31T19:45:52Z</dcterms:created>
  <dcterms:modified xsi:type="dcterms:W3CDTF">2026-05-31T19:45:52Z</dcterms:modified>
</cp:coreProperties>
</file>