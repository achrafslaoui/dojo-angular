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pour montrer une migration progressive vers Signals.
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 après un événement.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est une stratégie de détection de changement qui limite les vérifications inutiles d'un composant.
Avec OnPush, Angular vérifie surtout un composant quand :
Dans ce dojo, OnPush permet de montrer que Signals rend les dépendances plus précises sans imposer une migration immédiate en zoneless.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application zoneless fonctionne sans zone.js. Angular ne s'appuie plus sur le patch automatique des APIs async pour lancer la détection de changement.
En zoneless, les mises à jour doivent venir de mécanismes explicites :
Ce dojo garde zone.js au départ. La suppression ou la limitation de zone.js se traite en fin de parcours, quand les participants ont déjà compris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d'architecture pédagogique sont détaillées dans docs/adr/0001-architecture-pedagogique-dojo-signals.md.
Le projet montre volontairement deux patterns : des Signals directement dans les composants pour apprendre les bases, puis des Signals dans des façades pour l'état partagé et les règles métier. L'asymétrie est intentionnelle : on commence simple, puis on extrait quand l'état devient plus riche ou partagé.
Le détail du code mixte pendant la migration est documenté dans l'ADR 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
Dans cet exercice, .set(true) et .set(false) sont préférables à .update() : la nouvelle valeur ne dépend pas de l'ancienne. .update() devient utile quand on calcule la nouvelle valeur à partir de la valeur courante, par exemple this.adding.update(value =&gt; !value).
Sur la branche init, adding est encore un booléen classique. Tant qu'il n'a pas été converti en signal(false), il n'a donc pas de méthode .set() ou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pipeline :
La méthode reload() disparaît : le chargement initial est porté par le signal créé avec toSignal().
7c : lire et expliquer debouncedSearch$ dans ClientsComponent (pas de modification).
Cette partie sert de consolidation. Elle montre le pont inverse : on part d'un signal local, puis on repasse en Observable uniquement parce qu'un opérateur temporel (debounceTime) est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façade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façade. C'est le lien avec l'objectif architectural du dojo : des composants plus lisibles, une façade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primitives Signals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1/63</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il déclenche une vérification, mais ne dit pas quel état a changé.</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2/63</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Signal</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OnPush</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un input change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un événement du template se produit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un signal lu dans le template change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une vérification est demandée explicitement.</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4/63</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Zoneless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signals lus par les templates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input() / output()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async pipe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appels explicites de détection si nécessaire.</a:t>
            </a:r>
            <a:endParaRPr lang="en-US" sz="1160" dirty="0"/>
          </a:p>
        </p:txBody>
      </p:sp>
      <p:sp>
        <p:nvSpPr>
          <p:cNvPr id="9" name="Text 6"/>
          <p:cNvSpPr/>
          <p:nvPr/>
        </p:nvSpPr>
        <p:spPr>
          <a:xfrm>
            <a:off x="411480" y="217627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5/63</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6/63</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7/63</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8/63</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9/63</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10/63</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11/63</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12/63</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façade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14/63</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15/63</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16/63</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façade,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17/63</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façade,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18/63</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19/63</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20/63</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21/63</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22/63</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24/63</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25/63</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26/63</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ViewChild classique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@ViewChild('firstNameRef') private firstNameInput?: ElementRef;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ViewChild 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27/63</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411480" y="1362456"/>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Cet exercice montre un deuxième usage de effect() : déclencher un effet DOM quand un élément référencé par viewChild() apparaît. Ici, on veut placer le focus sur le champ prénom dès qu'il est présent dans le DOM.</a:t>
            </a:r>
            <a:endParaRPr lang="en-US" sz="122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28/63</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@ViewChild classique en viewChild() signal, puis créer un effect() dans le constructeur pour déclencher le focus quand le formulaire d'ajout est ouvert.</a:t>
            </a:r>
            <a:endParaRPr lang="en-US" sz="1220" dirty="0"/>
          </a:p>
        </p:txBody>
      </p:sp>
      <p:sp>
        <p:nvSpPr>
          <p:cNvPr id="5" name="Text 3"/>
          <p:cNvSpPr/>
          <p:nvPr/>
        </p:nvSpPr>
        <p:spPr>
          <a:xfrm>
            <a:off x="411480" y="1472184"/>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@ViewChild('firstNameRef') private firstNameInput?: ElementRef;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À créer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this.firstNameInput()?.nativeElement.focus();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33756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29/63</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30/63</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31/63</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32/63</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34/63</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35/63</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36/63</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37/63</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38/63</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39/63</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40/63</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41/63</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42/63</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411480" y="186537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 projet contient aussi un exemple dans src/app/features/signals-demo/model-amount/model-amount.component.ts.</a:t>
            </a:r>
            <a:endParaRPr lang="en-US" sz="122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44/63</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45/63</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46/63</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47/63</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48/63</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49/63</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50/63</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Lecture de la pipeline 7b</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startWith(...) donne l'état initial avant la réponse HTTP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map(...) transforme la réponse HTTP en état de vue réussi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catchError(...) transforme l'erreur HTTP en état de vue en erreur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toSignal(...) expose la dernière version de cet état au template.</a:t>
            </a:r>
            <a:endParaRPr lang="en-US" sz="1160" dirty="0"/>
          </a:p>
        </p:txBody>
      </p:sp>
      <p:sp>
        <p:nvSpPr>
          <p:cNvPr id="9" name="Text 6"/>
          <p:cNvSpPr/>
          <p:nvPr/>
        </p:nvSpPr>
        <p:spPr>
          <a:xfrm>
            <a:off x="411480" y="2176272"/>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10" name="Text 7"/>
          <p:cNvSpPr/>
          <p:nvPr/>
        </p:nvSpPr>
        <p:spPr>
          <a:xfrm>
            <a:off x="411480" y="404164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51/63</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52/63</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53/63</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54/63</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55/63</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56/63</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57/63</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façade,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façade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58/63</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59/63</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vs Zone.js / vs RxJS</a:t>
            </a:r>
            <a:endParaRPr lang="en-US" sz="18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60/63</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61/63</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62/63</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5"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63/63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2026-06-10T18:44:32Z</dcterms:created>
  <dcterms:modified xsi:type="dcterms:W3CDTF">2026-06-10T18:44:32Z</dcterms:modified>
</cp:coreProperties>
</file>