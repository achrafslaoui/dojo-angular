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4773168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Ex.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Definition courte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Consigne claire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1 — 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Valeur reactive mutable lue avec 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page clients, l'ouverture du formulaire d'ajout ne doit plus etre un booleen classique : elle doit etre portee par un signal et rester lisible depuis le template et les tests.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2 — computed()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Valeur derivee en lecture seule.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facade accounts, les calculs derives doivent devenir des computed() afin que le composant consomme directement des valeurs reactives pretes a afficher.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3 — 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Effet de bord declenche par les signals lus.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page clients, l'etat UI doit rester coherent automatiquement quand les donnees ou les filtres changent, sans dupliquer cette logique dans le template.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4 — viewChild() + 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Reference DOM exposee comme signal, puis effet DOM.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page clients, le champ prenom doit recevoir le focus quand il devient disponible dans le DOM, avec une reference viewChild() signal et un effect() cree par les participants.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5 — input()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Entree de composant exposee comme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carte compte, l'entree showStatus doit devenir une entree signal pour etre une vraie dependance reactive du calcul d'affichage.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6 — output()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Evenement emis par l'enfant vers le parent.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Dans la liste des comptes, la selection d'un compte doit etre emise avec output() comme une intention vers le parent, en gardant le parent responsable de l'action.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7 — toSignal() / toObservable()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Frontiere entre Observable RxJS et signal Angular.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Les flux de route, de chargement et de recherche doivent etre connectes aux signals sans supprimer RxJS la ou il compose le flux asynchrone.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8 — computed() facade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Vue derivee de l'etat metier dans une facade.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333333"/>
                          </a:solidFill>
                        </a:rPr>
                        <a:t>La facade accounts doit exposer l'etat derive hasActiveFilter pour retirer ce calcul du composant et centraliser la regle metier.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2026-06-10T19:02:20Z</dcterms:created>
  <dcterms:modified xsi:type="dcterms:W3CDTF">2026-06-10T19:02:20Z</dcterms:modified>
</cp:coreProperties>
</file>