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02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02124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7085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31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1/7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Signal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CE7EC"/>
          </a:solidFill>
          <a:ln w="12700">
            <a:solidFill>
              <a:srgbClr val="FC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234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DD0031"/>
                </a:solidFill>
              </a:rPr>
              <a:t>Signal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04088" y="181051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Définition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4088" y="2103120"/>
            <a:ext cx="3127248" cy="1965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</a:rPr>
              <a:t>Un signal est une valeur reactive lue avec (). Quand sa valeur change, Angular sait quelles lectures dependent de cette valeur.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" y="48006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Question 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04088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Qui depend de cette valeur 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960120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161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D0031"/>
                </a:solidFill>
              </a:rPr>
              <a:t>Rôle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73752" y="1664208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1563624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Representer explicitement un etat reactive dans l'application.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873752" y="2322576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222199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Notifier Angular des lectures dependantes quand la valeur change.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0" y="3584448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D0031"/>
                </a:solidFill>
              </a:rPr>
              <a:t>À retenir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73752" y="4288536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418795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Un signal se lit avec () et se modifie avec .set() ou .update().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873752" y="4946904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0" y="4846320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computed() derive une valeur ; effect() declenche un effet de bord.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2/7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Zone.js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E8F1FF"/>
          </a:solidFill>
          <a:ln w="12700">
            <a:solidFill>
              <a:srgbClr val="E8F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234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976D2"/>
                </a:solidFill>
              </a:rPr>
              <a:t>Zone.js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04088" y="181051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976D2"/>
                </a:solidFill>
              </a:rPr>
              <a:t>Définition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4088" y="2103120"/>
            <a:ext cx="3127248" cy="1965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</a:rPr>
              <a:t>Zone.js intercepte les evenements asynchrones du navigateur et previent Angular qu'un cycle de detection peut etre lance.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" y="48006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976D2"/>
                </a:solidFill>
              </a:rPr>
              <a:t>Question 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04088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Qui declenche la detection 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960120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161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76D2"/>
                </a:solidFill>
              </a:rPr>
              <a:t>Rôle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73752" y="1664208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1563624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Declencher la detection de changement apres une tache asynchrone.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873752" y="2322576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222199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Fournir le comportement historique d'Angular sans appels manuels de detection.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0" y="3584448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76D2"/>
                </a:solidFill>
              </a:rPr>
              <a:t>À retenir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73752" y="4288536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418795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Zone.js ne modelise pas l'etat applicatif et ne sait pas quelle valeur a change.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873752" y="4946904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0" y="4846320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Les Signals completent ce mecanisme en rendant les dependances d'etat explicites.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3/7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RxJS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EAF7F0"/>
          </a:solidFill>
          <a:ln w="12700">
            <a:solidFill>
              <a:srgbClr val="EAF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234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88038"/>
                </a:solidFill>
              </a:rPr>
              <a:t>RxJS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04088" y="181051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Définition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4088" y="2103120"/>
            <a:ext cx="3127248" cy="1965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</a:rPr>
              <a:t>RxJS sert a modeliser des flux dans le temps : HTTP, route params, evenements, debounceTime, switchMap, combineLatest.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" y="48006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Question 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04088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Ou placer la frontiere avec Signals 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960120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161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8038"/>
                </a:solidFill>
              </a:rPr>
              <a:t>Rôle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73752" y="1664208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1563624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Modeliser et composer des donnees qui arrivent dans le temps.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873752" y="2322576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222199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Gerer les transformations asynchrones avec des operateurs comme switchMap ou debounceTime.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0" y="3584448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8038"/>
                </a:solidFill>
              </a:rPr>
              <a:t>À retenir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73752" y="4288536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418795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toSignal() expose la derniere valeur d'un Observable comme signal.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873752" y="4946904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0" y="4846320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toObservable() permet de repasser d'un signal vers un flux Observable.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4/7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5/7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6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Evenement emis par l'enfant vers le parent.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accounts/components/account-list/account-list.component.ts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sortie legacy selectedRequested par output(). La liste doit continuer a emettre la selection vers le parent.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7 — toSignal() / toObservable()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8 — computed() facade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6/7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EAF7F0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7/7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2026-06-10T19:39:48Z</dcterms:created>
  <dcterms:modified xsi:type="dcterms:W3CDTF">2026-06-10T19:39:48Z</dcterms:modified>
</cp:coreProperties>
</file>