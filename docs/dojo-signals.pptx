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decisions d'architecture pedagogique sont detaillees dans docs/adr/0001-architecture-pedagogique-dojo-signals.md.
Le projet montre volontairement deux patterns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ClientsComponent et DashboardComponent montrent les bases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AccountsFacade et MovementsFacade montrent l'étape avancée :
L'asymétrie est intentionnelle : on commence simple dans un composant,
puis on extrait vers une facade quand l'état devient plus riche ou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Voir aussi l'ADR 0001 pour la justification de ce choix.
Le projet contient volontairement du code mixte : certains états sont déjà des signals, d'autres restent des propriétés classiques.
Dans les templates, cela donne aussi un mélange visible :
Ce n'est pas une incohérence. C'est le reflet d'une migration progressive :
effect(), plusieurs composants, ou quand on veut expliciter ses dépendances.
À retenir : dans ce dojo, on ne convertit pas tout mécaniquement. On convertit les états qui rendent le modèle réactif plus clair.
L'exercice 1 convertit adding dans ClientsComponent pour apprendre signal(). Le adding de AccountsComponent reste volontairement classique : il illustre qu'une migration peut être progressive quand l'état reste local et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facade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facade. C'est le lien avec l'objectif architectural du dojo : des composants plus lisibles, une facade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partie est une annexe de référence. Elle répond à la question : que devient la détection de changement quand on limite Zone.js ou qu'on passe en mode zoneless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remplace les APIs async natives du navigateur par ses propres versions pour intercepter chaque appel et prévenir Angular qu'un changement a peut-être eu lieu.
Quand le callback async se termine, Zone.js dit à Angular : "quelque chose a peut-être changé". Angular lance alors un cycle de détection global. Avec OnPush, les composants non marqués dirty sont sautés, ce qui limite déjà le travail.
Zone.js espionne les APIs pour deviner qu'un changement a eu lieu.
Signals annonce explicitement le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dit à Angular : ignore ce composant pendant un cycle de détection sauf si une raison explicite existe.
OnPush ne supprime pas Zone.js. Zone.js continue de déclencher des cycles globaux —
OnPush fait juste que ce composant est sauté s'il n'est pas marqué dirty.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Dirty = Angular doit réévaluer ce composant lors du prochain cycle de détection.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l'objectif de ce dojo, mais c'est la suite logique une fois l'état principal piloté par Signals.
1. app.config.ts :
2. angular.json :
En zoneless, Signals ne sont pas obligatoires partout, mais chaque changement doit passer par un déclencheur connu d'Angular : signal().set(), input(), événement template, async pipe, markForCheck(), router/forms,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2/71</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3/71</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4/71</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5/71</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1. Signals directement dans les composants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 pour l'état local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computed() pour les valeurs dérivées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effect() pour les effets de bord simples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lecture directe dans le template avec signal().</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6/71</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2. Signals extraits dans une facade</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état partagé entre plusieurs composants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logique métier encapsulée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exposition en lecture seule avec asReadonly()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orchestration API + notifications + confirmations.</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7/71</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Lecture guidée — code mixte pendant la migration</a:t>
            </a:r>
            <a:endParaRPr lang="en-US" sz="1800" dirty="0"/>
          </a:p>
        </p:txBody>
      </p:sp>
      <p:sp>
        <p:nvSpPr>
          <p:cNvPr id="5"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ClientCardComponent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editModel: ClientUpdate | null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ClientDetailComponent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addingAccount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mutating = this.accountsFacade.mutating;</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p:txBody>
      </p:sp>
      <p:sp>
        <p:nvSpPr>
          <p:cNvPr id="6" name="Text 3"/>
          <p:cNvSpPr/>
          <p:nvPr/>
        </p:nvSpPr>
        <p:spPr>
          <a:xfrm>
            <a:off x="411480" y="279806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@if (addingAccount) {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@if (mutating()) { ... }</a:t>
            </a:r>
            <a:endParaRPr lang="en-US" sz="880" dirty="0"/>
          </a:p>
        </p:txBody>
      </p:sp>
      <p:sp>
        <p:nvSpPr>
          <p:cNvPr id="7" name="Text 4"/>
          <p:cNvSpPr/>
          <p:nvPr/>
        </p:nvSpPr>
        <p:spPr>
          <a:xfrm>
            <a:off x="576072" y="3447288"/>
            <a:ext cx="11204143" cy="256032"/>
          </a:xfrm>
          <a:prstGeom prst="rect">
            <a:avLst/>
          </a:prstGeom>
          <a:noFill/>
          <a:ln/>
        </p:spPr>
        <p:txBody>
          <a:bodyPr wrap="square" lIns="127" tIns="127" rIns="127" bIns="127" rtlCol="0" anchor="ctr">
            <a:normAutofit/>
          </a:bodyPr>
          <a:lstStyle/>
          <a:p>
            <a:r>
              <a:rPr lang="en-US" sz="1160" dirty="0">
                <a:solidFill>
                  <a:srgbClr val="333333"/>
                </a:solidFill>
              </a:rPr>
              <a:t>mutating() vient d'une facade Signals et peut être partagé entre composants ;</a:t>
            </a:r>
            <a:endParaRPr lang="en-US" sz="1160" dirty="0"/>
          </a:p>
        </p:txBody>
      </p:sp>
      <p:sp>
        <p:nvSpPr>
          <p:cNvPr id="8" name="Text 5"/>
          <p:cNvSpPr/>
          <p:nvPr/>
        </p:nvSpPr>
        <p:spPr>
          <a:xfrm>
            <a:off x="576072" y="3758184"/>
            <a:ext cx="11204143" cy="256032"/>
          </a:xfrm>
          <a:prstGeom prst="rect">
            <a:avLst/>
          </a:prstGeom>
          <a:noFill/>
          <a:ln/>
        </p:spPr>
        <p:txBody>
          <a:bodyPr wrap="square" lIns="127" tIns="127" rIns="127" bIns="127" rtlCol="0" anchor="ctr">
            <a:normAutofit/>
          </a:bodyPr>
          <a:lstStyle/>
          <a:p>
            <a:r>
              <a:rPr lang="en-US" sz="1160" dirty="0">
                <a:solidFill>
                  <a:srgbClr val="333333"/>
                </a:solidFill>
              </a:rPr>
              <a:t>addingAccount, adding, editMode et editModel sont des états locaux transitoires ;</a:t>
            </a:r>
            <a:endParaRPr lang="en-US" sz="1160" dirty="0"/>
          </a:p>
        </p:txBody>
      </p:sp>
      <p:sp>
        <p:nvSpPr>
          <p:cNvPr id="9" name="Text 6"/>
          <p:cNvSpPr/>
          <p:nvPr/>
        </p:nvSpPr>
        <p:spPr>
          <a:xfrm>
            <a:off x="576072" y="4069080"/>
            <a:ext cx="11204143" cy="256032"/>
          </a:xfrm>
          <a:prstGeom prst="rect">
            <a:avLst/>
          </a:prstGeom>
          <a:noFill/>
          <a:ln/>
        </p:spPr>
        <p:txBody>
          <a:bodyPr wrap="square" lIns="127" tIns="127" rIns="127" bIns="127" rtlCol="0" anchor="ctr">
            <a:normAutofit/>
          </a:bodyPr>
          <a:lstStyle/>
          <a:p>
            <a:r>
              <a:rPr lang="en-US" sz="1160" dirty="0">
                <a:solidFill>
                  <a:srgbClr val="333333"/>
                </a:solidFill>
              </a:rPr>
              <a:t>avec zone.js + OnPush, un clic template marque le composant à vérifier ;</a:t>
            </a:r>
            <a:endParaRPr lang="en-US" sz="1160" dirty="0"/>
          </a:p>
        </p:txBody>
      </p:sp>
      <p:sp>
        <p:nvSpPr>
          <p:cNvPr id="10" name="Text 7"/>
          <p:cNvSpPr/>
          <p:nvPr/>
        </p:nvSpPr>
        <p:spPr>
          <a:xfrm>
            <a:off x="576072" y="4379976"/>
            <a:ext cx="11204143" cy="256032"/>
          </a:xfrm>
          <a:prstGeom prst="rect">
            <a:avLst/>
          </a:prstGeom>
          <a:noFill/>
          <a:ln/>
        </p:spPr>
        <p:txBody>
          <a:bodyPr wrap="square" lIns="127" tIns="127" rIns="127" bIns="127" rtlCol="0" anchor="ctr">
            <a:normAutofit/>
          </a:bodyPr>
          <a:lstStyle/>
          <a:p>
            <a:r>
              <a:rPr lang="en-US" sz="1160" dirty="0">
                <a:solidFill>
                  <a:srgbClr val="333333"/>
                </a:solidFill>
              </a:rPr>
              <a:t>convertir en signal devient intéressant quand l'état est lu par computed(),</a:t>
            </a:r>
            <a:endParaRPr lang="en-US" sz="116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8/71</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9/71</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10/71</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11/71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12/71</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13/71</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facade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14/71</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15/71</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16/71</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facade,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17/71</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18/71</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facade,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19/71</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20/71</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21/71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22/71</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23/71</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24/71</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25/71</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26/71</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27/71</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28/71</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29/71</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30/71</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31/71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32/71</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33/71</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34/71</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35/71</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36/71</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37/71</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38/71</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39/71</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40/71</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41/71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42/71</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43/71</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44/71</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45/71</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46/71</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47/71</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48/71</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49/71</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50/71</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51/71</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 (suite 2)</a:t>
            </a:r>
            <a:endParaRPr lang="en-US" sz="1800" dirty="0"/>
          </a:p>
        </p:txBody>
      </p:sp>
      <p:sp>
        <p:nvSpPr>
          <p:cNvPr id="4"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5" name="Text 3"/>
          <p:cNvSpPr/>
          <p:nvPr/>
        </p:nvSpPr>
        <p:spPr>
          <a:xfrm>
            <a:off x="411480" y="279806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La méthode reload() disparaît : le chargement initial est porté par le signal créé avec toSignal().</a:t>
            </a:r>
            <a:endParaRPr lang="en-US" sz="1220" dirty="0"/>
          </a:p>
        </p:txBody>
      </p:sp>
      <p:sp>
        <p:nvSpPr>
          <p:cNvPr id="6" name="Text 4"/>
          <p:cNvSpPr/>
          <p:nvPr/>
        </p:nvSpPr>
        <p:spPr>
          <a:xfrm>
            <a:off x="411480" y="322783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lire et expliquer debouncedSearch$ dans ClientsComponent (pas de modification).</a:t>
            </a:r>
            <a:endParaRPr lang="en-US" sz="1220" dirty="0"/>
          </a:p>
        </p:txBody>
      </p:sp>
      <p:sp>
        <p:nvSpPr>
          <p:cNvPr id="7" name="Text 5"/>
          <p:cNvSpPr/>
          <p:nvPr/>
        </p:nvSpPr>
        <p:spPr>
          <a:xfrm>
            <a:off x="411480" y="3657600"/>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Cette partie sert de consolidation. Elle montre le pont inverse : on part d'un signal local, puis on repasse en Observable uniquement parce qu'un opérateur temporel (debounceTime) est nécessaire.</a:t>
            </a:r>
            <a:endParaRPr lang="en-US" sz="1220" dirty="0"/>
          </a:p>
        </p:txBody>
      </p:sp>
      <p:sp>
        <p:nvSpPr>
          <p:cNvPr id="8" name="Text 6"/>
          <p:cNvSpPr/>
          <p:nvPr/>
        </p:nvSpPr>
        <p:spPr>
          <a:xfrm>
            <a:off x="411480" y="419709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52/71</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53/71</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54/71</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55/71</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56/71</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57/71</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58/71</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facade,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59/71</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60/71</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61/71</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vs Zone.js / vs RxJS</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62/71</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63/71</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64/71</a:t>
            </a:r>
            <a:endParaRPr lang="en-US" sz="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4"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65/71</a:t>
            </a:r>
            <a:endParaRPr lang="en-US" sz="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Annexe</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Limiter ou supprimer Zone.js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66/71</a:t>
            </a:r>
            <a:endParaRPr lang="en-US" sz="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Ce que fait Zone.js</a:t>
            </a:r>
            <a:endParaRPr lang="en-US" sz="1800" dirty="0"/>
          </a:p>
        </p:txBody>
      </p:sp>
      <p:sp>
        <p:nvSpPr>
          <p:cNvPr id="5" name="Text 2"/>
          <p:cNvSpPr/>
          <p:nvPr/>
        </p:nvSpPr>
        <p:spPr>
          <a:xfrm>
            <a:off x="411480" y="932688"/>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remplace silencieusement au démarrage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window.setTimeout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window.Promise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window.fetch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window.addEventListener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XMLHttpRequest          → version Zone.js</a:t>
            </a:r>
            <a:endParaRPr lang="en-US" sz="880" dirty="0"/>
          </a:p>
        </p:txBody>
      </p:sp>
      <p:sp>
        <p:nvSpPr>
          <p:cNvPr id="6" name="Text 3"/>
          <p:cNvSpPr/>
          <p:nvPr/>
        </p:nvSpPr>
        <p:spPr>
          <a:xfrm>
            <a:off x="411480" y="2176272"/>
            <a:ext cx="11368735" cy="234086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seul — Angular lance un cycle après le setTimeout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'Alice';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Zone.js encore présent (cas de ce projet, 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Zone.js déclenche encore un cycle,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mais seuls les lecteurs de name() sont re-rendus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Zoneless (possible en Angular 21)</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setTimeout non patché —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le re-render sur les lecteurs de name()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67/71</a:t>
            </a:r>
            <a:endParaRPr lang="en-US" sz="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1 — Limiter le re-render par composant avec OnPush</a:t>
            </a:r>
            <a:endParaRPr lang="en-US" sz="15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changeDetection: ChangeDetectionStrategy.OnPush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11480" y="170992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Re-render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Un input() signal reçoit une nouvelle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 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 appelé manuellement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Une propriété de classe classique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ou un input()  reçoit le même objet muté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68/71</a:t>
            </a:r>
            <a:endParaRPr lang="en-US" sz="7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Comment un composant est marqué dirty</a:t>
            </a:r>
            <a:endParaRPr lang="en-US" sz="18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3789578"/>
                <a:gridCol w="3789578"/>
                <a:gridCol w="378957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Qui marque dirty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Mécanisme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Comparaison par référence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input() signal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.set() invalide les vues qui lisent ce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async pipe lui-même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Appelle cdr.markForCheck() à chaque 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Le développeur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Marque le composant et tous ses ancêtres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Signal lu dans le template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.set() cible directement les vues concernées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6" name="Text 2"/>
          <p:cNvSpPr/>
          <p:nvPr/>
        </p:nvSpPr>
        <p:spPr>
          <a:xfrm>
            <a:off x="411480" y="29626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Zone.js détecte un async → cycle global → Angular parcourt l'arbre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saute les composants non dirty → re-rend les dirty</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.set() → Angular sait exactement quelles vues lisent ce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marque ces vues dirty ; avec Zone.js, le cycle global peut encore exister</a:t>
            </a:r>
            <a:endParaRPr lang="en-US" sz="880" dirty="0"/>
          </a:p>
        </p:txBody>
      </p:sp>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69/71</a:t>
            </a:r>
            <a:endParaRPr lang="en-US" sz="7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2 — Supprimer Zone.js avec le mode Zoneless en Angular 21</a:t>
            </a:r>
            <a:endParaRPr lang="en-US" sz="15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provideZoneChangeDetection({ eventCoalescing: true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provideZonelessChangeDetection()</a:t>
            </a:r>
            <a:endParaRPr lang="en-US" sz="880" dirty="0"/>
          </a:p>
        </p:txBody>
      </p:sp>
      <p:sp>
        <p:nvSpPr>
          <p:cNvPr id="6" name="Text 3"/>
          <p:cNvSpPr/>
          <p:nvPr/>
        </p:nvSpPr>
        <p:spPr>
          <a:xfrm>
            <a:off x="411480" y="202082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["zone.js"]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a:t>
            </a:r>
            <a:endParaRPr lang="en-US" sz="880" dirty="0"/>
          </a:p>
        </p:txBody>
      </p:sp>
      <p:sp>
        <p:nvSpPr>
          <p:cNvPr id="7" name="Text 4"/>
          <p:cNvSpPr/>
          <p:nvPr/>
        </p:nvSpPr>
        <p:spPr>
          <a:xfrm>
            <a:off x="411480" y="3108960"/>
            <a:ext cx="11368735" cy="218541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Fragile en zoneless : propriété classique modifiée dans un callback async</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Robuste en zoneless : le signal notifie Angular explicitement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signal('Alice');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70/71</a:t>
            </a:r>
            <a:endParaRPr lang="en-US" sz="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Les 3 états d'une app Angular</a:t>
            </a:r>
            <a:endParaRPr lang="en-US" sz="1800" dirty="0"/>
          </a:p>
        </p:txBody>
      </p:sp>
      <p:sp>
        <p:nvSpPr>
          <p:cNvPr id="4" name="Text 2"/>
          <p:cNvSpPr/>
          <p:nvPr/>
        </p:nvSpPr>
        <p:spPr>
          <a:xfrm>
            <a:off x="411480" y="932688"/>
            <a:ext cx="11368735" cy="140817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présent            Zone.js supprimé</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Sans OnPush   →   Re-render global       →    Les changements classiques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chaque async              ne sont plus auto-détectés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Avec OnPush   →   Cycle global lancé,    →   Mode Zoneless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seuls les composants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dirty sont re-rendus        un re-render ciblé</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71/71</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2026-06-03T15:43:20Z</dcterms:created>
  <dcterms:modified xsi:type="dcterms:W3CDTF">2026-06-03T15:43:20Z</dcterms:modified>
</cp:coreProperties>
</file>