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branches d'exercices sont cumulatives.
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11480" y="932688"/>
            <a:ext cx="11368735" cy="156362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exercice-1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`-- exercice-2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`-- exercice-3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`-- exercice-4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`-- exercice-5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`-- exercice-6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`-- exercice-7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`-- exercice-8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2026-06-10T19:49:35Z</dcterms:created>
  <dcterms:modified xsi:type="dcterms:W3CDTF">2026-06-10T19:49:35Z</dcterms:modified>
</cp:coreProperties>
</file>