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02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2124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7085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1/7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Signal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CE7EC"/>
          </a:solidFill>
          <a:ln w="12700">
            <a:solidFill>
              <a:srgbClr val="FC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D0031"/>
                </a:solidFill>
              </a:rPr>
              <a:t>Signal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993392"/>
            <a:ext cx="31272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2124"/>
                </a:solidFill>
              </a:rPr>
              <a:t>Un signal est une valeur reactive lue avec (). Quand sa valeur change, Angular sait quelles lectures dependent de cette valeur.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Qui depend de cette valeur 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D0031"/>
                </a:solidFill>
              </a:rPr>
              <a:t>Rôle dans le dojo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signal() cree une valeur mutable.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computed() cree une valeur derivee.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D0031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effect() observe des signals pour declencher un effet de bord.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 template lit un signal avec monSignal().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2/7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Zone.js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E8F1FF"/>
          </a:solidFill>
          <a:ln w="12700">
            <a:solidFill>
              <a:srgbClr val="E8F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976D2"/>
                </a:solidFill>
              </a:rPr>
              <a:t>Zone.js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993392"/>
            <a:ext cx="31272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2124"/>
                </a:solidFill>
              </a:rPr>
              <a:t>Zone.js intercepte les evenements asynchrones du navigateur et previent Angular qu'un cycle de detection peut etre lance.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Qui declenche la detection 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76D2"/>
                </a:solidFill>
              </a:rPr>
              <a:t>Rôle dans le dojo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Zone.js declenche la detection apres un evenement async.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Zone.js ne dit pas quel etat applicatif a change.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76D2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 dojo garde Zone.js pour montrer une migration progressive.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Les Signals rendent les dependances d'etat plus explicites.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3/7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RxJS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EAF7F0"/>
          </a:solidFill>
          <a:ln w="12700">
            <a:solidFill>
              <a:srgbClr val="EAF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88038"/>
                </a:solidFill>
              </a:rPr>
              <a:t>RxJS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993392"/>
            <a:ext cx="31272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2124"/>
                </a:solidFill>
              </a:rPr>
              <a:t>RxJS sert a modeliser des flux dans le temps : HTTP, route params, evenements, debounceTime, switchMap, combineLatest.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Ou placer la frontiere avec Signals 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8038"/>
                </a:solidFill>
              </a:rPr>
              <a:t>Rôle dans le dojo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RxJS reste adapte aux flux asynchrones.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toSignal() expose la derniere valeur d'un Observable comme signal.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8038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toObservable() expose un signal comme Observable.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 but est de placer clairement la frontiere entre flux RxJS et etat signal.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4/7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5/7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6/7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EAF7F0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Les tests ne sont pas l'objectif principal du dojo.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Lancer les tests pour verifier que la migration n'a pas casse le comportement existant.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 une erreur apparait a cause de la migration demandee, corriger le code ou le test pour refleter le nouveau comportement attendu.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Ne pas perdre de temps sur les tests hors perimetre de l'exercice.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7/7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2026-06-10T19:29:55Z</dcterms:created>
  <dcterms:modified xsi:type="dcterms:W3CDTF">2026-06-10T19:29:55Z</dcterms:modified>
</cp:coreProperties>
</file>