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 zoneless : seuls les lecteurs directs sont mis a jour. async pipe : composant + parents verifies via markForCheck(), DOM mis a jour seulement si quelque chose a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64592"/>
            <a:ext cx="109728" cy="6528816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02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BNP Paribas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0241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FF2EA"/>
                </a:solidFill>
              </a:rPr>
              <a:t>Angular Dojo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B2B2A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1716F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1/11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CFEDE2"/>
          </a:solidFill>
          <a:ln w="12700">
            <a:solidFill>
              <a:srgbClr val="CFED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8A5B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A5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A5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2/11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A5B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5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3/11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2EF"/>
          </a:solidFill>
          <a:ln w="12700">
            <a:solidFill>
              <a:srgbClr val="E8F2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6B4F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B4F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B4F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B4F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4/11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B4F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2EF"/>
          </a:solidFill>
          <a:ln>
            <a:solidFill>
              <a:srgbClr val="E8F2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B4F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5/11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6B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B2B2A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B38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A86B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B38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6/11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6B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6B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B38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7/11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Rappels — Modes de détection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Déclencheur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(défaut)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Zone.js + OnPush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Zoneless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A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Evenement async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Tout l'arbre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Sous-arbre marked dirty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déclencheur automatique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@Input()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Aucun effet — utiliser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input() / signal change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async pipe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✓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3B38"/>
                          </a:solidFill>
                        </a:rPr>
                        <a:t>Composant + parents verifies (markForCheck)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6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6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2651760"/>
            <a:ext cx="11368735" cy="786384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016" tIns="1016" rIns="1016" bIns="1016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Zone.js (défaut)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ajouter OnPush sur chaque composant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migrer les états vers signal() / input()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provideZonelessChangeDetection() + retirer zone.js</a:t>
            </a:r>
            <a:endParaRPr lang="en-US" sz="880" dirty="0"/>
          </a:p>
        </p:txBody>
      </p:sp>
      <p:sp>
        <p:nvSpPr>
          <p:cNvPr id="8" name="Text 4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8/11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87552"/>
            <a:ext cx="113687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B2A"/>
                </a:solidFill>
              </a:rPr>
              <a:t>Les branches d'exercices sont cumulatives.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828800" y="1572768"/>
            <a:ext cx="8534095" cy="4160520"/>
          </a:xfrm>
          <a:prstGeom prst="roundRect">
            <a:avLst>
              <a:gd name="adj" fmla="val 1758"/>
            </a:avLst>
          </a:prstGeom>
          <a:solidFill>
            <a:srgbClr val="15332F"/>
          </a:solidFill>
          <a:ln w="12700">
            <a:solidFill>
              <a:srgbClr val="004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847088"/>
            <a:ext cx="7345375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`-- exercice-1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`-- exercice-2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`-- exercice-3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`-- exercice-4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`-- exercice-5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`-- exercice-6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`-- exercice-7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`-- exercice-8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" y="5989320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1716F"/>
                </a:solidFill>
              </a:rPr>
              <a:t>Chaque branche d'exercice ajoute uniquement la correction de son exercice par rapport a la branche precedente.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9/11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A5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008A5B"/>
          </a:solidFill>
          <a:ln w="12700">
            <a:solidFill>
              <a:srgbClr val="008A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8A5B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006B4F"/>
          </a:solidFill>
          <a:ln w="12700">
            <a:solidFill>
              <a:srgbClr val="006B4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006B4F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1716F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006B4F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63B38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10/11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6B"/>
          </a:solidFill>
          <a:ln w="12700">
            <a:solidFill>
              <a:srgbClr val="00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B2A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CFEDE2"/>
          </a:solidFill>
          <a:ln>
            <a:solidFill>
              <a:srgbClr val="CFEDE2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A86B"/>
                </a:solidFill>
              </a:rPr>
              <a:t>BNP Paribas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DFF2EA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5332F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B2A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E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DFF2EA"/>
          </a:solidFill>
          <a:ln>
            <a:solidFill>
              <a:srgbClr val="DFF2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6B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B38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1716F"/>
                </a:solidFill>
              </a:rPr>
              <a:t>11/11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BNP Paribas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2026-06-10T20:32:53Z</dcterms:created>
  <dcterms:modified xsi:type="dcterms:W3CDTF">2026-06-10T20:32:53Z</dcterms:modified>
</cp:coreProperties>
</file>