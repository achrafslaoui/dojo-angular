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 zoneless : seuls les lecteurs directs sont mis a jour. async pipe : composant + parents verifies via markForCheck(), DOM mis a jour seulement si quelque chose a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exercices couvrent des primitives Angular avancées. Ils peuvent être traités en autonomie après les exercices socle (1 à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Zoneless, afterRender() ne se declenche que quand un signal change — beaucoup plus previsible qu'en Zone.js.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7/16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Modes de détection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2606040"/>
                <a:gridCol w="583661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Déclencheur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(défaut)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+ OnPush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Zoneless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Evenement async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Tout l'arbre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Sous-arbre marked dirty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déclencheur automatique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@Input()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effet — utiliser input()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input() / signal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async pipe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Composant + parents verifies (markForCheck)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651760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Zone.js (défaut)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ajouter OnPush sur chaque composant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migrer les états vers signal() / input()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→ provideZonelessChangeDetection() + retirer zone.js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8/16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1368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B2A"/>
                </a:solidFill>
              </a:rPr>
              <a:t>Les branches d'exercices sont cumulatives.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8534095" cy="4160520"/>
          </a:xfrm>
          <a:prstGeom prst="roundRect">
            <a:avLst>
              <a:gd name="adj" fmla="val 1758"/>
            </a:avLst>
          </a:prstGeom>
          <a:solidFill>
            <a:srgbClr val="15332F"/>
          </a:solidFill>
          <a:ln w="12700">
            <a:solidFill>
              <a:srgbClr val="004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847088"/>
            <a:ext cx="7345375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exercice-1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`-- exercice-2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`-- exercice-3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`-- exercice-4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`-- exercice-5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`-- exercice-6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`-- exercice-7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`-- exercice-8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`-- exercice-9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`-- exercice-10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`-- exercice-11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" y="5989320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1716F"/>
                </a:solidFill>
              </a:rPr>
              <a:t>Chaque branche d'exercice ajoute uniquement la correction de son exercice par rapport a la branche precedente.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9/16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Primitives Signal — Vue d'ensemble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5513832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Primitive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reactive mutable. Source de verite de l'etat local.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computed()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derivee en lecture seule, mise en cache automatiquement.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effect()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Effet de bord execute a chaque changement de dependance.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effect(onCleanup)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Libere une ressource avant la prochaine execution de l'effet.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viewChild()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Reference reactive a un element DOM ou composant enfant.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input()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Prop en lecture seule exposee comme signal.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output()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Evenement sortant vers le parent. Pas un Observable.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model()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Valeur bidirectionnelle input + output. Two-way binding signal.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linkedSignal()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 mutable derive d'un autre. Se reinitialise quand la source change.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toSignal()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Convertit un Observable en signal. Abonnement gere automatiquement.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toObservable()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Expose un signal comme Observable pour les operateurs RxJS.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rxResource()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Chargement async reactif avec value(), isLoading et error().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afterNextRender()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Callback execute une seule fois apres le prochain rendu DOM.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afterRender()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Callback execute apres chaque cycle de rendu DOM.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untracked()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Lit un signal sans creer de dependance dans un effet ou computed.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34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signal.asReadonly()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dirty="0">
                          <a:solidFill>
                            <a:srgbClr val="263B38"/>
                          </a:solidFill>
                        </a:rPr>
                        <a:t>Expose un signal interne sans son setter.</a:t>
                      </a:r>
                      <a:endParaRPr lang="en-US" sz="74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10/16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6A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sortant vers le parent. Pas un Observable.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Groupe A : remplacer selectedRequested EventEmitter par output().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6B — model()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bidirectionnelle input+output. Two-way binding signal.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account-list.component.ts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Groupe B : remplacer editingAccountId input + editRequested + cancelRequested par un seul model(). L'enfant controle l'etat d'edition directement.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7 — linkedSignal()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Signal mutable qui se reinitialise quand sa source change.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editAccount par un linkedSignal() derive du signal source. La valeur doit se remettre a zero quand le compte selectionne change.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11/16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 — Aller plus loin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8 — toSignal() / toObservable()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9 — rxResource()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Chargement asynchrone reactif avec etat loading/error/value.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chargement imperatif du dashboard par rxResource(). Le composant doit exposer les signaux loading, error et value derives de la ressource.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10 — afterNextRender() / afterRender()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Hook post-rendu DOM one-shot ou recurrent.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la reference au viewport, puis scroller en haut de liste avec afterNextRender() apres l'ajout d'un client.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11 — computed() facade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12/16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DE2"/>
                </a:solidFill>
              </a:rPr>
              <a:t>Extension avancée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Exercices 8 à 11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13/16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effect() — onCleanup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621792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Sans onCleanup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Avec onCleanup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Chaque re-exécution crée une ressource sans supprimer la précédente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La ressource est libérée avant la prochaine exécution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1719072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effect((onCleanup) =&gt; {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setInterval(() =&gt; console.log(this.search()), 1000);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onCleanup(() =&gt; clearInterval(id));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14/16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afterNextRender() vs afterRender()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243584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711677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afterNextRender()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afterRender()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Frequence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Une seule fois apres le prochain rendu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Apres chaque cycle de rendu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Usage typique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Scroll one-shot, init librairie tierce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Mesures DOM continues, animations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Risque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Aucun surcout apres execution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Couteux si le rendu est frequent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340864"/>
            <a:ext cx="11368735" cy="941832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one-shot : scroll apres un ajout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afterNextRender(() =&gt; viewport.scrollToIndex(0), { injector });</a:t>
            </a:r>
            <a:endParaRPr lang="en-US" sz="880" dirty="0"/>
          </a:p>
          <a:p>
            <a:pPr indent="0" marL="0">
              <a:buNone/>
            </a:pP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recurrent : mesure la hauteur a chaque rendu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afterRender(() =&gt; { this.height.set(el.nativeElement.offsetHeight); });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15/16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16/16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2026-06-10T23:41:48Z</dcterms:created>
  <dcterms:modified xsi:type="dcterms:W3CDTF">2026-06-10T23:41:48Z</dcterms:modified>
</cp:coreProperties>
</file>