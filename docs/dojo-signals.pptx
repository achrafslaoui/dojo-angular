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 en zoneless : seuls les lecteurs directs sont mis a jour. async pipe : composant + parents verifies via markForCheck(), DOM mis a jour seulement si quelque chose a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exercices couvrent des primitives Angular avancées. Ils peuvent être traités en autonomie après les exercices socle (1 à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Zoneless, afterRender() ne se declenche que quand un signal change — beaucoup plus previsible qu'en Zone.js.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71800" cy="685800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64592"/>
            <a:ext cx="109728" cy="6528816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02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BNP Paribas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0241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FF2EA"/>
                </a:solidFill>
              </a:rPr>
              <a:t>Angular Dojo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520440" y="1417320"/>
            <a:ext cx="8122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B2B2A"/>
                </a:solidFill>
              </a:rPr>
              <a:t>Angular 21 Signals — Dojo court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566160" y="2788920"/>
            <a:ext cx="8076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1716F"/>
                </a:solidFill>
              </a:rPr>
              <a:t>Support de présentation dojo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66160" y="4160520"/>
            <a:ext cx="4114800" cy="31089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Angular 21 · Signals · Zone.js · RxJS interop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1/16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CFEDE2"/>
          </a:solidFill>
          <a:ln w="12700">
            <a:solidFill>
              <a:srgbClr val="CFED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8A5B"/>
                </a:solidFill>
              </a:rPr>
              <a:t>Signal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A5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Un signal est une valeur reactive lue avec (). Quand sa valeur change, Angular sait quelles lectures dependent de cette valeur.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dépend de cette valeur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A5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Representer explicitement un etat reactive dans l'application.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Notifier Angular des lectures dependantes quand la valeur change.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2/16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A5B"/>
                </a:solidFill>
              </a:rPr>
              <a:t>Signal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Un signal se lit avec () et se modifie avec .set() ou .update().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computed() derive une valeur ; effect() declenche un effet de bord.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3/16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E8F2EF"/>
          </a:solidFill>
          <a:ln w="12700">
            <a:solidFill>
              <a:srgbClr val="E8F2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6B4F"/>
                </a:solidFill>
              </a:rPr>
              <a:t>Zone.js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B4F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Zone.js intercepte les evenements asynchrones du navigateur et previent Angular qu'un cycle de detection peut etre lance.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6B4F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déclenche la détection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B4F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Declencher la detection de changement apres une tache asynchrone.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Fournir le comportement historique d'Angular sans appels manuels de detection.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4/16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B4F"/>
                </a:solidFill>
              </a:rPr>
              <a:t>Zone.js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Zone.js ne modelise pas l'etat applicatif et ne sait pas quelle valeur a change.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Les Signals completent ce mecanisme en rendant les dependances d'etat explicites.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5/16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DFF2EA"/>
          </a:solidFill>
          <a:ln w="12700">
            <a:solidFill>
              <a:srgbClr val="DFF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A86B"/>
                </a:solidFill>
              </a:rPr>
              <a:t>RxJS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86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RxJS sert a modeliser des flux dans le temps : HTTP, route params, evenements, debounceTime, switchMap, combineLatest.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Où placer la frontière avec Signals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6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Modeliser et composer des donnees qui arrivent dans le temps.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Gerer les transformations asynchrones avec des operateurs comme switchMap ou debounceTime.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6/16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RxJS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toSignal() expose la derniere valeur d'un Observable comme signal.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toObservable() permet de repasser d'un signal vers un flux Observable.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7/16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Modes de détection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554480"/>
        </p:xfrm>
        <a:graphic>
          <a:graphicData uri="http://schemas.openxmlformats.org/drawingml/2006/table">
            <a:tbl>
              <a:tblPr/>
              <a:tblGrid>
                <a:gridCol w="685800"/>
                <a:gridCol w="2240280"/>
                <a:gridCol w="2606040"/>
                <a:gridCol w="5836615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Déclencheur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Zone.js (défaut)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Zone.js + OnPush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Zoneless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Evenement async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Tout l'arbre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Sous-arbre marked dirty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Aucun déclencheur automatique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@Input() change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Aucun effet — utiliser input()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input() / signal change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async pipe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Composant + parents verifies (markForCheck)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2651760"/>
            <a:ext cx="11368735" cy="786384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Zone.js (défaut)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ajouter OnPush sur chaque composant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→ migrer les états vers signal() / input()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→ provideZonelessChangeDetection() + retirer zone.js</a:t>
            </a:r>
            <a:endParaRPr lang="en-US" sz="880" dirty="0"/>
          </a:p>
        </p:txBody>
      </p:sp>
      <p:sp>
        <p:nvSpPr>
          <p:cNvPr id="8" name="Text 4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8/16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Structure des branches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87552"/>
            <a:ext cx="11368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B2A"/>
                </a:solidFill>
              </a:rPr>
              <a:t>Les branches d'exercices sont cumulatives.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828800" y="1572768"/>
            <a:ext cx="8534095" cy="4160520"/>
          </a:xfrm>
          <a:prstGeom prst="roundRect">
            <a:avLst>
              <a:gd name="adj" fmla="val 1758"/>
            </a:avLst>
          </a:prstGeom>
          <a:solidFill>
            <a:srgbClr val="15332F"/>
          </a:solidFill>
          <a:ln w="12700">
            <a:solidFill>
              <a:srgbClr val="004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23160" y="1847088"/>
            <a:ext cx="7345375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 : support de présentation et documentation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-&gt; ex1 -&gt; ex2 -&gt; ex3 -&gt; ex4 -&gt; ex5 -&gt; ex6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-&gt; ex6-model -&gt; ex7 -&gt; ex8 -&gt; ex9 -&gt; ex10 -&gt; ex11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11480" y="5989320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1716F"/>
                </a:solidFill>
              </a:rPr>
              <a:t>Chaque branche d'exercice ajoute uniquement la correction de son exercice par rapport a la branche precedente.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9/16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Primitives Signal — Vue d'ensemble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5513832"/>
        </p:xfrm>
        <a:graphic>
          <a:graphicData uri="http://schemas.openxmlformats.org/drawingml/2006/table">
            <a:tbl>
              <a:tblPr/>
              <a:tblGrid>
                <a:gridCol w="1417320"/>
                <a:gridCol w="2834640"/>
                <a:gridCol w="7116775"/>
              </a:tblGrid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</a:rPr>
                        <a:t>Primitive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</a:rPr>
                        <a:t>Exemple fichier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Etat mutable local. Se lit avec () et se modifie avec .set() ou .update().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clients.component.ts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computed()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Valeur derivee pure, mise en cache, recalculee quand ses signaux lus changent.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accounts.facade.ts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effect()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Effet de bord reactif. Sert a synchroniser DOM, titre, page courante, etc.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clients.component.ts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effect(onCleanup)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Variante d'effet qui libere une ressource avant reexecution ou destruction.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signals-demo.component.ts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viewChild()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Reference DOM ou composant enfant exposee comme signal nullable.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clients.component.ts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viewChildren()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Liste reactive de references rendues, mise a jour avec le template.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signals-demo.component.ts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input()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Entree de composant en lecture seule, utilisable dans computed().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account-card.component.ts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output()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Evenement sortant vers le parent. Exprime une intention, pas un etat.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account-list.component.ts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model()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Valeur bidirectionnelle explicite : input + output pour selection, toggle, formulaire.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account-list.component.ts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linkedSignal()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 writable initialise depuis une source et modifiable localement.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toSignal()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Consomme la derniere valeur d'un Observable sous forme de signal.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toObservable()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Expose un signal en Observable pour utiliser les operateurs RxJS.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clients.component.ts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rxResource()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Ressource async basee Observable, avec value, isLoading et error.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dashboard.component.ts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afterNextRender()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Callback one-shot apres le prochain rendu DOM. Utile pour scroll ou focus post-action.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clients.component.ts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afterRender()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Callback recurrent apres chaque rendu Angular. Utile pour mesures DOM continues.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signals-demo.component.ts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untracked()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Lit un signal sans l'ajouter aux dependances d'un effect() ou computed().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clients.component.ts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signal.asReadonly()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Expose un etat interne sans donner acces au setter public.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accounts.facade.ts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10/16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Exercices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1 — signal()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reactive mutable lue avec ().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l'etat adding en signal. Le template doit afficher le formulaire a partir de ce nouvel etat reactif.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2 — computed()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derivee en lecture seule.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Transformer blockedAccountsCount en valeur derivee de la facade. La page accounts doit afficher ce compteur sans recalculer elle-meme la regle.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3 — effect() + untracked()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Effet de bord declenche par les signals lus, avec lecture non suivie.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le recalage imperatif de la page courante par une reaction automatique. Lire la page courante avec untracked() pour ne pas l'ajouter aux dependances de l'effet.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11480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4 — viewChild() + effect()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039112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Reference DOM exposee comme signal, puis effet DOM.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76072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2551176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reference DOM classique du champ prenom par une reference signal, puis declencher le focus quand ce champ apparait.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6205576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5576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0168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5 — input()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7833208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Entree de composant exposee comme signal.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6370168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accounts/components/account-card/account-card.component.ts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8345272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showStatus en input signal. Le libelle de statut doit reagir correctement quand le parent choisit d'afficher ou masquer ce statut.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6205576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05576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70168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6A — output()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7833208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Evenement sortant vers le parent. Pas un Observable.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6370168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account-list.component.ts</a:t>
            </a:r>
            <a:endParaRPr lang="en-US" sz="580" dirty="0"/>
          </a:p>
        </p:txBody>
      </p:sp>
      <p:sp>
        <p:nvSpPr>
          <p:cNvPr id="40" name="Text 38"/>
          <p:cNvSpPr/>
          <p:nvPr/>
        </p:nvSpPr>
        <p:spPr>
          <a:xfrm>
            <a:off x="8345272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Groupe A : remplacer selectedRequested EventEmitter par output().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205576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05576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70168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6B — model()</a:t>
            </a:r>
            <a:endParaRPr lang="en-US" sz="820" dirty="0"/>
          </a:p>
        </p:txBody>
      </p:sp>
      <p:sp>
        <p:nvSpPr>
          <p:cNvPr id="44" name="Text 42"/>
          <p:cNvSpPr/>
          <p:nvPr/>
        </p:nvSpPr>
        <p:spPr>
          <a:xfrm>
            <a:off x="7833208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bidirectionnelle input+output. Two-way binding signal.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6370168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account-list.component.ts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accounts.component.ts</a:t>
            </a:r>
            <a:endParaRPr lang="en-US" sz="580" dirty="0"/>
          </a:p>
        </p:txBody>
      </p:sp>
      <p:sp>
        <p:nvSpPr>
          <p:cNvPr id="46" name="Text 44"/>
          <p:cNvSpPr/>
          <p:nvPr/>
        </p:nvSpPr>
        <p:spPr>
          <a:xfrm>
            <a:off x="8345272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Groupe B : remplacer editingAccountId input + editRequested + cancelRequested par un seul model(). L'enfant controle l'etat d'edition directement.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6205576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05576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70168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7 — linkedSignal()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7833208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Signal mutable qui se reinitialise quand sa source change.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6370168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accounts/pages/accounts/accounts.component.ts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8345272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editAccount par un linkedSignal() derive du signal source. La valeur doit se remettre a zero quand le compte selectionne change.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11/16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Exercices — Aller plus loin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8 — toSignal() / toObservable()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Pont entre Observable RxJS et signal Angular.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clients/pages/dashboard/dashboard.component.ts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souscription manuelle a la route par toSignal(), exposer le chargement dashboard comme signal, et identifier le pont inverse toObservable() pour la recherche debouncee.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9 — rxResource()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Chargement asynchrone reactif avec etat loading/error/value.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clients/pages/dashboard/dashboard.component.ts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le chargement imperatif du dashboard par rxResource(). Le composant doit exposer les signaux loading, error et value derives de la ressource.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10 — afterNextRender() / afterRender()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Hook post-rendu DOM one-shot ou recurrent.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Ajouter la reference au viewport, puis scroller en haut de liste avec afterNextRender() apres l'ajout d'un client.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11480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11 — computed() facade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039112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Vue derivee de l'etat metier dans une facade.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76072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2551176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Ajouter hasActiveFilter comme valeur derivee de la facade. Le message vide doit dependre de cette regle exposee par la facade.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12/16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6002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DE2"/>
                </a:solidFill>
              </a:rPr>
              <a:t>Extension avancée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94360" y="214884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Exercices 8 à 11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13/16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effect() — onCleanup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621792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Sans onCleanup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Avec onCleanup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Chaque re-exécution crée une ressource sans supprimer la précédente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La ressource est libérée avant la prochaine exécution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1719072"/>
            <a:ext cx="11368735" cy="786384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effect((onCleanup) =&gt; {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id = setInterval(() =&gt; console.log(this.search()), 1000);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onCleanup(() =&gt; clearInterval(id));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880" dirty="0"/>
          </a:p>
        </p:txBody>
      </p:sp>
      <p:sp>
        <p:nvSpPr>
          <p:cNvPr id="7" name="Text 4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14/16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afterNextRender() vs afterRender()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243584"/>
        </p:xfrm>
        <a:graphic>
          <a:graphicData uri="http://schemas.openxmlformats.org/drawingml/2006/table">
            <a:tbl>
              <a:tblPr/>
              <a:tblGrid>
                <a:gridCol w="1417320"/>
                <a:gridCol w="2834640"/>
                <a:gridCol w="7116775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afterNextRender()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afterRender()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Frequence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Une seule fois apres le prochain rendu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Apres chaque cycle de rendu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Usage typique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Scroll one-shot, init librairie tierce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Mesures DOM continues, animations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Risque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Aucun surcout apres execution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Couteux si le rendu est frequent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2340864"/>
            <a:ext cx="11368735" cy="941832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one-shot : scroll apres un ajout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afterNextRender(() =&gt; viewport.scrollToIndex(0), { injector });</a:t>
            </a:r>
            <a:endParaRPr lang="en-US" sz="880" dirty="0"/>
          </a:p>
          <a:p>
            <a:pPr indent="0" marL="0">
              <a:buNone/>
            </a:pP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recurrent : mesure la hauteur a chaque rendu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afterRender(() =&gt; { this.height.set(el.nativeElement.offsetHeight); });</a:t>
            </a:r>
            <a:endParaRPr lang="en-US" sz="880" dirty="0"/>
          </a:p>
        </p:txBody>
      </p:sp>
      <p:sp>
        <p:nvSpPr>
          <p:cNvPr id="8" name="Text 4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15/16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 tests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3977640" cy="5074920"/>
          </a:xfrm>
          <a:prstGeom prst="roundRect">
            <a:avLst>
              <a:gd name="adj" fmla="val 1839"/>
            </a:avLst>
          </a:prstGeom>
          <a:solidFill>
            <a:srgbClr val="DFF2EA"/>
          </a:solidFill>
          <a:ln w="12700">
            <a:solidFill>
              <a:srgbClr val="B7E4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984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À lancer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847088"/>
            <a:ext cx="3246120" cy="658368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B2A"/>
                </a:solidFill>
              </a:rPr>
              <a:t>But : verifier que la migration ne casse pas le comportement existant.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01768" y="1243584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58968" y="1188720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Avant de commencer un exercice, lancer les tests pour connaitre l'etat de depart.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231136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2487168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58968" y="2432304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 la fin de l'exercice, relancer les tests pour verifier la migration.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3474720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01768" y="3730752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58968" y="3675888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une erreur apparait, identifier si elle vient du changement realise.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4718304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01768" y="4974336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58968" y="4919472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besoin, corriger le code ou le test pour refleter le comportement attendu.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16/16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BNP Paribas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2026-06-11T00:17:12Z</dcterms:created>
  <dcterms:modified xsi:type="dcterms:W3CDTF">2026-06-11T00:17:12Z</dcterms:modified>
</cp:coreProperties>
</file>