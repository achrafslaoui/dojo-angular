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en zoneless : seuls les lecteurs directs sont mis a jour. async pipe : composant + parents verifies via markForCheck(), DOM mis a jour seulement si quelque chose a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exercices couvrent des primitives Angular avancées. Ils peuvent être traités en autonomie après les exercices socle (1 à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Zoneless, afterRender() ne se declenche que quand un signal change — beaucoup plus previsible qu'en Zone.js.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1/17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2/17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3/17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4/17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5/17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6/17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Modes de détection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685800"/>
                <a:gridCol w="2240280"/>
                <a:gridCol w="2606040"/>
                <a:gridCol w="5836615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Déclencheur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(défaut)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+ OnPush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Zoneless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Evenement async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Tout l'arbre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Sous-arbre marked dirty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déclencheur automatique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@Input()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effet — utiliser input()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input() / signal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async pipe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Composant + parents verifies (markForCheck)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2651760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Zone.js (défaut)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ajouter OnPush sur chaque composant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migrer les états vers signal() / input()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→ provideZonelessChangeDetection() + retirer zone.js</a:t>
            </a:r>
            <a:endParaRPr lang="en-US" sz="880" dirty="0"/>
          </a:p>
        </p:txBody>
      </p:sp>
      <p:sp>
        <p:nvSpPr>
          <p:cNvPr id="8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8/17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87552"/>
            <a:ext cx="11368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B2A"/>
                </a:solidFill>
              </a:rPr>
              <a:t>Les branches d'exercices sont cumulatives.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828800" y="1572768"/>
            <a:ext cx="8534095" cy="4160520"/>
          </a:xfrm>
          <a:prstGeom prst="roundRect">
            <a:avLst>
              <a:gd name="adj" fmla="val 1758"/>
            </a:avLst>
          </a:prstGeom>
          <a:solidFill>
            <a:srgbClr val="15332F"/>
          </a:solidFill>
          <a:ln w="12700">
            <a:solidFill>
              <a:srgbClr val="004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1847088"/>
            <a:ext cx="7345375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: support de présentation et documentation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-&gt; ex1 -&gt; ex2 -&gt; ex3 -&gt; ex4 -&gt; ex5 -&gt; ex6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-&gt; ex6-model -&gt; ex7 -&gt; ex8 -&gt; ex9 -&gt; ex10 -&gt; ex11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11480" y="5989320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1716F"/>
                </a:solidFill>
              </a:rPr>
              <a:t>Chaque branche d'exercice ajoute uniquement la correction de son exercice par rapport a la branche precedente.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9/17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Primitives Signal — Vue d'ensemble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5513832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7116775"/>
              </a:tblGrid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Primitive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Exemple fichier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reactive mutable. Source de verite locale.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computed()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derivee en lecture seule.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accounts.facade.ts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effect()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Effet de bord sur dependances signal.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effect(onCleanup)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Libere timer, listener ou subscription.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viewChild()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Reference reactive a un element DOM.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viewChildren()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Liste reactive de references rendues.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input()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Prop en lecture seule exposee comme signal.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account-card.component.ts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output()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Evenement sortant vers le parent.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account-list.component.ts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model()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bidirectionnelle input + output.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account-list.component.ts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linkedSignal()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 mutable derive d'une source.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toSignal()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Observable vers signal.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toObservable()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 vers Observable RxJS.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rxResource()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Chargement async avec loading/error/value.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dashboard.component.ts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afterNextRender()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Callback one-shot apres prochain rendu.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afterRender()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Callback apres chaque rendu Angular.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untracked()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Lecture sans dependance reactive.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signal.asReadonly()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Etat interne expose sans setter.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accounts.facade.ts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10/17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 + untracked()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Effet de bord declenche par les signals lus, avec lecture non suivie.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Lire la page courante avec untracked() pour ne pas l'ajouter aux dependances de l'effet.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6A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Evenement sortant vers le parent. Pas un Observable.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Groupe A : remplacer selectedRequested EventEmitter par output().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6B — model()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bidirectionnelle input+output. Two-way binding signal.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Groupe B : remplacer editingAccountId input + editRequested + cancelRequested par un seul model(). L'enfant controle l'etat d'edition directement.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7 — linkedSignal()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Signal mutable qui se reinitialise quand sa source change.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editAccount par un linkedSignal() derive du signal source. La valeur doit se remettre a zero quand le compte selectionne change.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11/17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 — Aller plus loin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8 — toSignal() / toObservable()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9 — rxResource()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Chargement asynchrone reactif avec etat loading/error/value.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chargement imperatif du dashboard par rxResource(). Le composant doit exposer les signaux loading, error et value derives de la ressource.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10 — afterNextRender() / afterRender()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Hook post-rendu DOM one-shot ou recurrent.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la reference au viewport, puis scroller en haut de liste avec afterNextRender() apres l'ajout d'un client.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11 — computed() facade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12/17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DE2"/>
                </a:solidFill>
              </a:rPr>
              <a:t>Extension avancée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Exercices 8 à 11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13/17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Références code — primitives avancées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32688"/>
            <a:ext cx="11368735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63B38"/>
                </a:solidFill>
              </a:rPr>
              <a:t>src/app/features/signals-demo/signals-demo.component.ts contient des références rapides pour les primitives citées mais non exercées directement :</a:t>
            </a:r>
            <a:endParaRPr lang="en-US" sz="1220" dirty="0"/>
          </a:p>
        </p:txBody>
      </p:sp>
      <p:sp>
        <p:nvSpPr>
          <p:cNvPr id="6" name="Text 4"/>
          <p:cNvSpPr/>
          <p:nvPr/>
        </p:nvSpPr>
        <p:spPr>
          <a:xfrm>
            <a:off x="576072" y="14721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63B38"/>
                </a:solidFill>
              </a:rPr>
              <a:t>untracked() : lire un signal sans créer de dépendance réactive.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576072" y="17830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63B38"/>
                </a:solidFill>
              </a:rPr>
              <a:t>signal.asReadonly() : exposer un signal interne sans setter public.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576072" y="20939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63B38"/>
                </a:solidFill>
              </a:rPr>
              <a:t>viewChildren() : récupérer toutes les instances rendues sous forme de signal.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576072" y="2404872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63B38"/>
                </a:solidFill>
              </a:rPr>
              <a:t>effect(onCleanup) : libérer timer, listener ou subscription.</a:t>
            </a:r>
            <a:endParaRPr lang="en-US" sz="1160" dirty="0"/>
          </a:p>
        </p:txBody>
      </p:sp>
      <p:sp>
        <p:nvSpPr>
          <p:cNvPr id="10" name="Text 8"/>
          <p:cNvSpPr/>
          <p:nvPr/>
        </p:nvSpPr>
        <p:spPr>
          <a:xfrm>
            <a:off x="576072" y="271576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63B38"/>
                </a:solidFill>
              </a:rPr>
              <a:t>afterRender() : exécuter une mesure DOM après chaque rendu Angular.</a:t>
            </a:r>
            <a:endParaRPr lang="en-US" sz="1160" dirty="0"/>
          </a:p>
        </p:txBody>
      </p:sp>
      <p:sp>
        <p:nvSpPr>
          <p:cNvPr id="11" name="Text 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14/17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effect() — onCleanup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621792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Sans onCleanup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Avec onCleanup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Chaque re-exécution crée une ressource sans supprimer la précédente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La ressource est libérée avant la prochaine exécution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1719072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effect((onCleanup) =&gt; {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setInterval(() =&gt; console.log(this.search()), 1000);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onCleanup(() =&gt; clearInterval(id));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80" dirty="0"/>
          </a:p>
        </p:txBody>
      </p:sp>
      <p:sp>
        <p:nvSpPr>
          <p:cNvPr id="7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15/17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afterNextRender() vs afterRender()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243584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7116775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afterNextRender()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afterRender()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Frequence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Une seule fois apres le prochain rendu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Apres chaque cycle de rendu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Usage typique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Scroll one-shot, init librairie tierce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Mesures DOM continues, animations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Risque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Aucun surcout apres execution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Couteux si le rendu est frequent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2340864"/>
            <a:ext cx="11368735" cy="941832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one-shot : scroll apres un ajout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afterNextRender(() =&gt; viewport.scrollToIndex(0), { injector });</a:t>
            </a:r>
            <a:endParaRPr lang="en-US" sz="880" dirty="0"/>
          </a:p>
          <a:p>
            <a:pPr indent="0" marL="0">
              <a:buNone/>
            </a:pP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recurrent : mesure la hauteur a chaque rendu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afterRender(() =&gt; { this.height.set(el.nativeElement.offsetHeight); });</a:t>
            </a:r>
            <a:endParaRPr lang="en-US" sz="880" dirty="0"/>
          </a:p>
        </p:txBody>
      </p:sp>
      <p:sp>
        <p:nvSpPr>
          <p:cNvPr id="8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16/17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17/17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2026-06-11T00:08:56Z</dcterms:created>
  <dcterms:modified xsi:type="dcterms:W3CDTF">2026-06-11T00:08:56Z</dcterms:modified>
</cp:coreProperties>
</file>