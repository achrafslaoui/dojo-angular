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71800" cy="685800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64592"/>
            <a:ext cx="109728" cy="6528816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02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BNP Paribas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0241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FF2EA"/>
                </a:solidFill>
              </a:rPr>
              <a:t>Angular Dojo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520440" y="1417320"/>
            <a:ext cx="8122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B2B2A"/>
                </a:solidFill>
              </a:rPr>
              <a:t>Angular 21 Signals — Dojo court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566160" y="2788920"/>
            <a:ext cx="8076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1716F"/>
                </a:solidFill>
              </a:rPr>
              <a:t>Support de présentation dojo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66160" y="4160520"/>
            <a:ext cx="4114800" cy="31089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Angular 21 · Signals · Zone.js · RxJS interop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1/10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CFEDE2"/>
          </a:solidFill>
          <a:ln w="12700">
            <a:solidFill>
              <a:srgbClr val="CFED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8A5B"/>
                </a:solidFill>
              </a:rPr>
              <a:t>Signal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A5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Un signal est une valeur reactive lue avec (). Quand sa valeur change, Angular sait quelles lectures dependent de cette valeur.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dépend de cette valeur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A5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Representer explicitement un etat reactive dans l'application.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Notifier Angular des lectures dependantes quand la valeur change.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2/10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A5B"/>
                </a:solidFill>
              </a:rPr>
              <a:t>Signal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Un signal se lit avec () et se modifie avec .set() ou .update().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computed() derive une valeur ; effect() declenche un effet de bord.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3/10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E8F2EF"/>
          </a:solidFill>
          <a:ln w="12700">
            <a:solidFill>
              <a:srgbClr val="E8F2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6B4F"/>
                </a:solidFill>
              </a:rPr>
              <a:t>Zone.js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B4F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Zone.js intercepte les evenements asynchrones du navigateur et previent Angular qu'un cycle de detection peut etre lance.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6B4F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déclenche la détection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B4F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Declencher la detection de changement apres une tache asynchrone.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Fournir le comportement historique d'Angular sans appels manuels de detection.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4/10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B4F"/>
                </a:solidFill>
              </a:rPr>
              <a:t>Zone.js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Zone.js ne modelise pas l'etat applicatif et ne sait pas quelle valeur a change.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Les Signals completent ce mecanisme en rendant les dependances d'etat explicites.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5/10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DFF2EA"/>
          </a:solidFill>
          <a:ln w="12700">
            <a:solidFill>
              <a:srgbClr val="DFF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A86B"/>
                </a:solidFill>
              </a:rPr>
              <a:t>RxJS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86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RxJS sert a modeliser des flux dans le temps : HTTP, route params, evenements, debounceTime, switchMap, combineLatest.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Où placer la frontière avec Signals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6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Modeliser et composer des donnees qui arrivent dans le temps.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Gerer les transformations asynchrones avec des operateurs comme switchMap ou debounceTime.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6/10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RxJS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toSignal() expose la derniere valeur d'un Observable comme signal.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toObservable() permet de repasser d'un signal vers un flux Observable.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7/10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Structure des branches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87552"/>
            <a:ext cx="11368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B2A"/>
                </a:solidFill>
              </a:rPr>
              <a:t>Les branches d'exercices sont cumulatives.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828800" y="1572768"/>
            <a:ext cx="8534095" cy="4160520"/>
          </a:xfrm>
          <a:prstGeom prst="roundRect">
            <a:avLst>
              <a:gd name="adj" fmla="val 1758"/>
            </a:avLst>
          </a:prstGeom>
          <a:solidFill>
            <a:srgbClr val="15332F"/>
          </a:solidFill>
          <a:ln w="12700">
            <a:solidFill>
              <a:srgbClr val="004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23160" y="1847088"/>
            <a:ext cx="7345375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`-- exercice-1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`-- exercice-2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`-- exercice-3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`-- exercice-4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`-- exercice-5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`-- exercice-6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`-- exercice-7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`-- exercice-8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11480" y="5989320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1716F"/>
                </a:solidFill>
              </a:rPr>
              <a:t>Chaque branche d'exercice ajoute uniquement la correction de son exercice par rapport a la branche precedente.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8/10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Exercices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1 — signal()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reactive mutable lue avec ().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l'etat adding en signal. Le template doit afficher le formulaire a partir de ce nouvel etat reactif.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2 — computed()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derivee en lecture seule.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Transformer blockedAccountsCount en valeur derivee de la facade. La page accounts doit afficher ce compteur sans recalculer elle-meme la regle.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3 — effect()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Effet de bord declenche par les signals lus.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le recalage imperatif de la page courante par une reaction automatique. Quand la liste change, la page selectionnee doit rester valide.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11480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4 — viewChild() + effect()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039112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Reference DOM exposee comme signal, puis effet DOM.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576072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2551176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reference DOM classique du champ prenom par une reference signal, puis declencher le focus quand ce champ apparait.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6205576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5576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0168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5 — input()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7833208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Entree de composant exposee comme signal.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6370168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accounts/components/account-card/account-card.component.ts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8345272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showStatus en input signal. Le libelle de statut doit reagir correctement quand le parent choisit d'afficher ou masquer ce statut.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6205576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05576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70168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6 — output()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7833208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Evenement emis par l'enfant vers le parent.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6370168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accounts/components/account-list/account-list.component.ts</a:t>
            </a:r>
            <a:endParaRPr lang="en-US" sz="580" dirty="0"/>
          </a:p>
        </p:txBody>
      </p:sp>
      <p:sp>
        <p:nvSpPr>
          <p:cNvPr id="40" name="Text 38"/>
          <p:cNvSpPr/>
          <p:nvPr/>
        </p:nvSpPr>
        <p:spPr>
          <a:xfrm>
            <a:off x="8345272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sortie legacy selectedRequested par output(). La liste doit continuer a emettre la selection vers le parent.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205576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05576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70168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7 — toSignal() / toObservable()</a:t>
            </a:r>
            <a:endParaRPr lang="en-US" sz="820" dirty="0"/>
          </a:p>
        </p:txBody>
      </p:sp>
      <p:sp>
        <p:nvSpPr>
          <p:cNvPr id="44" name="Text 42"/>
          <p:cNvSpPr/>
          <p:nvPr/>
        </p:nvSpPr>
        <p:spPr>
          <a:xfrm>
            <a:off x="7833208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Pont entre Observable RxJS et signal Angular.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6370168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clients/pages/dashboard/dashboard.component.ts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46" name="Text 44"/>
          <p:cNvSpPr/>
          <p:nvPr/>
        </p:nvSpPr>
        <p:spPr>
          <a:xfrm>
            <a:off x="8345272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souscription manuelle a la route par toSignal(), exposer le chargement dashboard comme signal, et identifier le pont inverse toObservable() pour la recherche debouncee.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6205576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05576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70168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8 — computed() facade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7833208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Vue derivee de l'etat metier dans une facade.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6370168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8345272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Ajouter hasActiveFilter comme valeur derivee de la facade. Le message vide doit dependre de cette regle exposee par la facade.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9/10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 tests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3977640" cy="5074920"/>
          </a:xfrm>
          <a:prstGeom prst="roundRect">
            <a:avLst>
              <a:gd name="adj" fmla="val 1839"/>
            </a:avLst>
          </a:prstGeom>
          <a:solidFill>
            <a:srgbClr val="DFF2EA"/>
          </a:solidFill>
          <a:ln w="12700">
            <a:solidFill>
              <a:srgbClr val="B7E4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984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À lancer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847088"/>
            <a:ext cx="3246120" cy="658368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B2A"/>
                </a:solidFill>
              </a:rPr>
              <a:t>But : verifier que la migration ne casse pas le comportement existant.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987552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01768" y="1243584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58968" y="1188720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Avant de commencer un exercice, lancer les tests pour connaitre l'etat de depart.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231136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2487168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58968" y="2432304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 la fin de l'exercice, relancer les tests pour verifier la migration.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3474720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01768" y="3730752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58968" y="3675888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une erreur apparait, identifier si elle vient du changement realise.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4718304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01768" y="4974336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58968" y="4919472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besoin, corriger le code ou le test pour refleter le comportement attendu.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10/10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BNP Paribas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2026-06-10T20:01:23Z</dcterms:created>
  <dcterms:modified xsi:type="dcterms:W3CDTF">2026-06-10T20:01:23Z</dcterms:modified>
</cp:coreProperties>
</file>