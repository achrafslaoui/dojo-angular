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signal est une valeur reactive lue avec (). Quand sa valeur change, Angular sait quelles lectures dependent de cette valeur.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Zone.js intercepte les evenements asynchrones du navigateur et previent Angular qu'un cycle de detection peut etre 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RxJS sert a modeliser des flux dans le temps : HTTP, route params, evenements, debounceTime, switchMap, combineLatest.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508760"/>
            <a:ext cx="11002975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Angular 21 Signals — Dojo court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94360" y="3063240"/>
            <a:ext cx="110029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D5DC"/>
                </a:solidFill>
              </a:rPr>
              <a:t>Support de présentation 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94360" y="489204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DC"/>
                </a:solidFill>
              </a:rPr>
              <a:t>Angular 21 · Signals · Zone.js · RxJS interop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1/6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Signal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signal() cree une valeur mutable.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computed() cree une valeur derivee.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effect() observe des signals pour declencher un effet de bord.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template lit un signal avec monSignal().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2/6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Zone.js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declenche la detection apres un evenement async.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ne dit pas quel etat applicatif a change.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dojo garde Zone.js pour montrer une migration progressive.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Les Signals rendent les dependances d'etat plus explicites.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3/6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RxJS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RxJS reste adapte aux flux asynchrones.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toSignal() expose la derniere valeur d'un Observable comme signal.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toObservable() expose un signal comme Observable.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but est de placer clairement la frontiere entre flux RxJS et etat signal.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4/6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Structure des branches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5/6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Exercices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4773168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2606040"/>
                <a:gridCol w="5836615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Ex.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Fichier(s)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Definition courte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Besoin a couvrir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1 — signal()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Valeur reactive mutable lue avec ().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Convertir l'etat adding en signal. Le template doit afficher le formulaire a partir du signal et les tests doivent verifier ce nouvel etat reactif.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2 — computed()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src/app/features/accounts/services/accounts.facade.ts, src/app/features/accounts/pages/accounts/accounts.component.*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Valeur derivee en lecture seule.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Transformer blockedAccountsCount en valeur derivee de la facade. La page accounts doit afficher ce compteur sans recalculer elle-meme la regle.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3 — effect()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Effet de bord declenche par les signals lus.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le recalage imperatif de la page courante par une reaction automatique. Quand la liste change, la page selectionnee doit rester valide.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4 — viewChild() + effect()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Reference DOM exposee comme signal, puis effet DOM.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la reference DOM classique du champ prenom par une reference signal, puis declencher le focus quand ce champ apparait.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5 — input()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src/app/features/accounts/components/account-card/account-card.component.ts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Entree de composant exposee comme signal.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Convertir showStatus en input signal. Le libelle de statut doit reagir correctement quand le parent choisit d'afficher ou masquer ce statut.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6 — output()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src/app/features/accounts/components/account-list/account-list.component.ts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Evenement emis par l'enfant vers le parent.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la sortie legacy selectedRequested par output(). La liste doit continuer a emettre la selection vers le parent.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7 — toSignal() / toObservable()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src/app/features/accounts/pages/accounts/accounts.component.ts, src/app/features/clients/pages/dashboard/dashboard.component.ts, src/app/features/clients/pages/clients/clients.component.ts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Pont entre Observable RxJS et signal Angular.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la souscription manuelle a la route par toSignal(), exposer le chargement dashboard comme signal, et identifier le pont inverse toObservable() pour la recherche debouncee.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8 — computed() facade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src/app/features/accounts/services/accounts.facade.ts, src/app/features/accounts/pages/accounts/accounts.component.*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Vue derivee de l'etat metier dans une facade.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Ajouter hasActiveFilter comme valeur derivee de la facade. Le message vide doit dependre de cette regle exposee par la facade.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6/6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2026-06-10T19:12:31Z</dcterms:created>
  <dcterms:modified xsi:type="dcterms:W3CDTF">2026-06-10T19:12:31Z</dcterms:modified>
</cp:coreProperties>
</file>