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Dojo Angular Signals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D0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heures · domaine bancaire clients / comptes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Déroulement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11612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029200"/>
                <a:gridCol w="45720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Sujet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 clé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 – 0:15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de l'app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0:15 – 0:45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Exercice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0:45 – 1:15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Exercice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1:15 – 1:45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Exercice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1:45 – 2:15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Exercice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2:15 – 3:00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Exercice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toSignal() + toObservable()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3:00 – 3:30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Exercice 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effect() + viewChild()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3:30 – 3:50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Exercice 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Refactoring façade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3:50 – 4:00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Debrief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linkedSignal · resource()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du dojo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455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composant abstrait créé uniquement pour montrer les Signals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exercice reste dans le domaine clients / comptes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changement est testable avec Jest ou vérifiable à l'écran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exercice part d'un exemple déjà présent dans le projet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146304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31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0:15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fonctionnelle de l'app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 l'app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455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flux sans toucher au code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ClientsComponent → liste, recherche, pagination, ajout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AccountsFacade → état partagé des comptes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AccountListComponent / AccountCardComponent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Repérer les exemples déjà présents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signal(), computed(), input(), output(), toSignal(), effect()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npm test  →  85 tests verts sur la branche init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projet — asymétrie intentionnelle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455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accounts — pattern complet (modèle à suivre) :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AccountsApiService  →  accès HTTP uniquement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AccountsFacade  →  état + logique métier (signals, computed, CRUD)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AccountsComponent  →  délègue tout à la facade (~40 lignes)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clients — pattern intentionnellement incomplet (terrain des exercices 1–6) :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ClientsApiService  →  accès HTTP uniquement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ClientsComponent  →  gère son propre état avec des signals locaux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DashboardComponent  →  idem, appelle l'API directement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pédagogique : signals dans le composant (exercices 1–6) → signals dans une facade (exercice 7)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chercher à "corriger" l'asymétrie — elle est le support des exercices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146304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31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 – 0:45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1 — signal()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— comment Angular recalcule le template sans Signal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0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Signal — Zone.js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Zone.js intercepte tous les événements async (click, HTTP, setTimeout…)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événement → Angular parcourt TOUS les composants depuis la racine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OnPush : vérifie seulement si une @Input() référence a changé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champ ordinaire (adding = false) ne notifie rien → Angular peut rater le changement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: template non mis à jour, appel manuel à markForCheck() nécessaire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0" y="777240"/>
            <a:ext cx="0" cy="45720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0" y="7772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Signal — Réactivité fine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0" y="1188720"/>
            <a:ext cx="5669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enregistre quels blocs de template lisent quel signal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signal.set() est appelé → seuls les blocs dépendants sont invalidés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besoin de Zone.js pour déclencher la détection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@if (adding()) lit le signal → Angular sait exactement quand le réévaluer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chirurgicale : ni trop tôt, ni trop tard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signal() — notion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455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local mutable — se lit avec () — se modifie avec .set() / .update()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ne recalcule que les parties du template qui lisent ce signal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déjà présents dans ClientsComponent :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 search = signal('')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 loading = signal(false)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 error = signal&lt;string | null&gt;(null)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 adding = signal(false)  ← cible de l'exercice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1 — adding : champ ordinaire → signal()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0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394960" cy="3200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52120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adding = false;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startAdd(): void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this.adding = true;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cancelAdd(): void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this.adding = false;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Template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@if (!adding) { ...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@if (adding) { ... 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097280"/>
            <a:ext cx="5486400" cy="3200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143000"/>
            <a:ext cx="5303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 adding = signal(false);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startAdd(): void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this.adding.set(true);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cancelAdd(): void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this.adding.set(false);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Template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@if (!adding()) { ...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@if (adding()) { ... 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4434840"/>
            <a:ext cx="1161288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462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test -- --runTestsByPath src/.../clients.component.spec.ts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146304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31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 – 1:15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2 — computed()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computed() — notion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455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dérivé en lecture seule — mémoïsé par Angular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Recalculé uniquement quand une dépendance change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getter recalcule à chaque lecture, un computed() ne recalcule pas inutilement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déjà présents dans AccountsFacade :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 filteredAccounts = computed(() =&gt; ...)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 totalBalance = computed(() =&gt; ...)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 blockedAccountsCount = computed(() =&gt; ...)  ← après ex.2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2 — blockedAccountsCount : getter → computed()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0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394960" cy="3200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52120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AccountsFacade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blockedAccountsCount(): number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this.filteredAccounts()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.filter(a =&gt; a.status === 'blocked')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.length;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AccountsComponent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blockedAccountsCount(): number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this.accountsFacade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.blockedAccountsCount;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Template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blockedAccountsCount }}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097280"/>
            <a:ext cx="5486400" cy="3200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143000"/>
            <a:ext cx="5303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AccountsFacade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 blockedAccountsCount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computed(() =&gt;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this.filteredAccounts()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.filter(a =&gt; a.status === 'blocked')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.length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AccountsComponent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 blockedAccountsCount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this.accountsFacade.blockedAccountsCount;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Template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blockedAccountsCount() }}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4434840"/>
            <a:ext cx="1161288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462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test -- --runTestsByPath src/.../accounts.component.spec.ts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146304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31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 – 1:45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3 — input()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— notion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455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déclare une entrée de composant sous forme de signal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lit avec showStatus() — vraie dépendance réactive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@Input() classique lu dans computed() ne crée PAS de dépendance signal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déjà présents dans AccountCardComponent :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= input.required&lt;Account&gt;()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clientId = input.required&lt;string&gt;()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@Input() showStatus = true  ← cible de l'exercice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3 — showStatus : @Input() → input()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0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394960" cy="3200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52120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..., Input, computed,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} from '@angular/core';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@Input() showStatus = true;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 visibleStatusLabel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computed(() =&gt;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this.showStatus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? this.statusLabel()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null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097280"/>
            <a:ext cx="5486400" cy="3200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143000"/>
            <a:ext cx="5303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..., computed,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} from '@angular/core';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showStatus = input(true);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 visibleStatusLabel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computed(() =&gt;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this.showStatus()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? this.statusLabel()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null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4434840"/>
            <a:ext cx="1161288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462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test -- --runTestsByPath src/.../account-card.component.spec.ts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146304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31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 – 2:15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4 — output()</a:t>
            </a:r>
            <a:endParaRPr lang="en-US"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output() — notion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455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output() remplace @Output() + EventEmitter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L'enfant émet une intention — le parent décide de l'action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déjà présents dans AccountListComponent :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editRequested = output&lt;Account&gt;()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saveRequested = output&lt;void&gt;()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@Output() selectedRequested = new EventEmitter&lt;Account&gt;()  ← cible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: signal avec equal custom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signal&lt;Account | null&gt;(null, { equal: () =&gt; false })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4 — selectedRequested : EventEmitter → output()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0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394960" cy="3200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52120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..., EventEmitter,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Output, effect, signal } from '@angular/core';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@Output() selectedRequested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EventEmitter&lt;Account&gt;();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effect(()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 = this.selectedAccount();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(a) this.selectedRequested.emit(a);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097280"/>
            <a:ext cx="5486400" cy="3200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143000"/>
            <a:ext cx="5303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..., effect,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output, signal } from '@angular/core';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selectedRequested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output&lt;Account&gt;();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effect(()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 = this.selectedAccount();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(a) this.selectedRequested.emit(a);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4434840"/>
            <a:ext cx="1161288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462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test -- --runTestsByPath src/.../accounts.component.spec.ts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146304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31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2:15 – 3:00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5 — toSignal() + toObservable()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 RxJS ↔ Signals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455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Certaines APIs Angular restent des Observables (route.paramMap, HTTP…)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toSignal() : Observable → Signal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toObservable() : Signal → Observable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: ne pas tout bridger systématiquement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Signal si pas d'opérateur RxJS nécessaire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toObservable() utile pour debounce, combineLatest, multicast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Ex.5 Partie 1 — clientId : subscription → toSignal() (AccountsComponent)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0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394960" cy="3200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52120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readonly clientId$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this.route.paramMap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.pipe(map(p =&gt; p.get('id')));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 clientId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signal&lt;string | null&gt;(null);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this.clientId$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.pipe(takeUntilDestroyed(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this.destroyRef))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.subscribe(id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this.clientId.set(id);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this.accountsFacade.load(id);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097280"/>
            <a:ext cx="5486400" cy="3200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143000"/>
            <a:ext cx="5303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 clientId: Signal&lt;string|null&gt;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toSignal(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this.route.paramMap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.pipe(map(p =&gt; p.get('id'))),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initialValue: null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this.accountsFacade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.setTypeFilter(this.initialTypeFilter());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effect(()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this.accountsFacade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.load(this.clientId());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4434840"/>
            <a:ext cx="1161288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462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test -- --runTestsByPath src/.../accounts.component.spec.ts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Ex.5 Partie 2 — HTTP : firstValueFrom → toSignal() (DashboardComponent)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0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394960" cy="3200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52120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readonly clientsState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signal&lt;ClientActivity[]&gt;([]);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 loading = signal(false);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 error = signal&lt;string|null&gt;(null);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reload(): Promise&lt;void&gt;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this.loading.set(true);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data = await firstValueFrom(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this.clientsApi.getAll());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this.clientsState.set(data);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this.error.set(err.message);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finally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this.loading.set(false);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097280"/>
            <a:ext cx="5486400" cy="3200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143000"/>
            <a:ext cx="5303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readonly clientsQuery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toSignal(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this.clientsApi.getAll().pipe(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map(clients =&gt; ({ clients,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loading: false, error: null })),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catchError(err =&gt; of({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clients: [], loading: false,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error: err.message })),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startWith(initialClientsQuery)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initialValue: initialClientsQuery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 loading = computed(() =&gt;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this.clientsQuery().loading);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 error = computed(() =&gt;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this.clientsQuery().error);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4434840"/>
            <a:ext cx="1161288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462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test -- --runTestsByPath src/.../dashboard.component.spec.ts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Ex.5 Partie 3 — toObservable() : démonstration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612880" cy="34747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68680"/>
            <a:ext cx="114300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Déjà présent dans ClientsComponent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 debouncedSearch$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toObservable(this.search)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.pipe(debounceTime(300));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Cas d'usage naturels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▸ debounce sur un champ de recherche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▸ combiner deux signals via combineLatest()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▸ partager un état signal avec un service Observable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4434840"/>
            <a:ext cx="11612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toSignal() et toObservable() sont les deux directions du pont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Préférer le monde Signal si aucun opérateur RxJS n'est nécessaire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 exercice est une démonstration — pas de code à produire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146304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31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– 3:30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6 — effect() + viewChild()</a:t>
            </a:r>
            <a:endParaRPr lang="en-US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effect() + viewChild() — notion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455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effect() exécute un effet de bord quand des signals changent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remplacer computed() — effect() n'a pas de valeur de retour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déjà présents dans ClientsComponent :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effect(() =&gt; { document.title = totalClients() &gt; 0 ? ... })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effect(() =&gt; { this.firstNameInput()?.nativeElement.focus() })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viewChild() expose un élément du template comme un signal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readonly firstNameInput = viewChild&lt;ElementRef&gt;('firstNameRef')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Ex.6 Partie 1 — clampCurrentPage() → effect()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0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394960" cy="3200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52120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deleteClient() appelle manuellement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this.clientsState.update(...);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this.clampCurrentPage();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clampCurrentPage(): void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clamped = this.pageSlice().page;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(clamped !== this.page())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this.page.set(clamped);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097280"/>
            <a:ext cx="5486400" cy="3200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143000"/>
            <a:ext cx="5303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Ajouter dans le constructeur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effect(()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clamped = this.pageSlice().page;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(clamped !== this.page())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this.page.set(clamped);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deleteClient()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this.clientsState.update(...);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supprimer this.clampCurrentPage()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Supprimer la méthode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4434840"/>
            <a:ext cx="1161288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462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test -- --runTestsByPath src/.../clients.component.spec.ts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Ex.6 Partie 2 — viewChild() + focus conditionnel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0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394960" cy="38404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Exemple baseline présent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readonly firstNameInput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viewChild&lt;ElementRef&gt;('firstNameRef');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effect sans condition (avant)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effect(()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this.firstNameInput()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?.nativeElement.focus();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Template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#firstNameRef ... /&gt;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097280"/>
            <a:ext cx="5486400" cy="38404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14300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Ajouter la condition sur adding()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effect(()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(this.adding())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this.firstNameInput()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?.nativeElement.focus();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Deux dépendances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adding() → déclenche l'effet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firstNameInput() → DOM disponible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146304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31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3:30 – 3:50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7 — Refactoring façade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façade — notion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455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Exposer des computed() lisibles — pas seulement les données brutes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règle métier devient testable et indépendante du composant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déjà présents dans AccountsFacade :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 filteredAccounts = computed(() =&gt; ...)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 totalBalance = computed(() =&gt; ...)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 blockedAccountsCount = computed(() =&gt; ...)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: ajouter hasActiveFilter — savoir si un filtre est actif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7 — hasActiveFilter dans AccountsFacade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0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394960" cy="3200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52120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AccountsFacade — absent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 typeFilter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signal&lt;AccountTypeFilter&gt;('all');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 loading = signal(false);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AccountsComponent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 typeFilter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this.accountsFacade.typeFilter;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Template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'Aucun compte trouvé.'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097280"/>
            <a:ext cx="5486400" cy="3200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143000"/>
            <a:ext cx="5303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AccountsFacade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 hasActiveFilter = computed(() =&gt;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this.search().trim().length &gt;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|| this.typeFilter() !== 'all'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AccountsComponent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 hasActiveFilter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this.accountsFacade.hasActiveFilter;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Template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hasActiveFilter()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 'Aucun compte ne correspond.'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'Aucun compte trouvé.' }}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4434840"/>
            <a:ext cx="1161288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462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test -- --runTestsByPath src/.../accounts.component.spec.ts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1463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31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3:50 – 4:00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</a:t>
            </a:r>
            <a:endParaRPr lang="en-US" sz="3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de fin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455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états sont de bons candidats pour signal() 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valeurs doivent rester en computed() 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effets de bord sont acceptables dans effect() 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RxJS reste-t-il naturel par rapport aux Signals 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migrations apportent une vraie valeur dans ce projet ?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D003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— si le groupe avance vite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7455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linkedSignal()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Synchroniser un draft d'édition avec la sélection courante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Pertinent pour les formulaires editAccount / editMode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resource()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le pattern loading/error par une ressource déclarative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Expérimental — à présenter comme non obligatoire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model()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binding signal — remplacement des paires input/output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2026-05-30T20:55:01Z</dcterms:created>
  <dcterms:modified xsi:type="dcterms:W3CDTF">2026-05-30T20:55:01Z</dcterms:modified>
</cp:coreProperties>
</file>